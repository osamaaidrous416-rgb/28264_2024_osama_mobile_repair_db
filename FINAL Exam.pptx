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0" r:id="rId5"/>
    <p:sldId id="261" r:id="rId6"/>
    <p:sldId id="262" r:id="rId7"/>
    <p:sldId id="263" r:id="rId8"/>
    <p:sldId id="264" r:id="rId9"/>
    <p:sldId id="26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60"/>
  </p:normalViewPr>
  <p:slideViewPr>
    <p:cSldViewPr snapToGrid="0">
      <p:cViewPr varScale="1">
        <p:scale>
          <a:sx n="70" d="100"/>
          <a:sy n="70" d="100"/>
        </p:scale>
        <p:origin x="45"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059A5D-63E3-45FD-B233-F96012B1F0E9}" type="doc">
      <dgm:prSet loTypeId="urn:microsoft.com/office/officeart/2005/8/layout/StepDownProcess" loCatId="process" qsTypeId="urn:microsoft.com/office/officeart/2005/8/quickstyle/simple1" qsCatId="simple" csTypeId="urn:microsoft.com/office/officeart/2005/8/colors/accent1_2" csCatId="accent1"/>
      <dgm:spPr/>
      <dgm:t>
        <a:bodyPr/>
        <a:lstStyle/>
        <a:p>
          <a:endParaRPr lang="en-US"/>
        </a:p>
      </dgm:t>
    </dgm:pt>
    <dgm:pt modelId="{26E35D2C-DDF9-492F-B4E8-FE522418C1B9}">
      <dgm:prSet/>
      <dgm:spPr/>
      <dgm:t>
        <a:bodyPr/>
        <a:lstStyle/>
        <a:p>
          <a:pPr rtl="0"/>
          <a:r>
            <a:rPr lang="en-US" smtClean="0"/>
            <a:t>Customer</a:t>
          </a:r>
          <a:endParaRPr lang="en-US"/>
        </a:p>
      </dgm:t>
    </dgm:pt>
    <dgm:pt modelId="{6A4CA376-04CA-4D93-9D93-3E6B787E2ED9}" type="parTrans" cxnId="{3A22AA11-4AE6-44E6-978D-1A49D6D21138}">
      <dgm:prSet/>
      <dgm:spPr/>
      <dgm:t>
        <a:bodyPr/>
        <a:lstStyle/>
        <a:p>
          <a:endParaRPr lang="en-US"/>
        </a:p>
      </dgm:t>
    </dgm:pt>
    <dgm:pt modelId="{E2A7A0DB-1251-4D29-A2C7-D502CD10BD32}" type="sibTrans" cxnId="{3A22AA11-4AE6-44E6-978D-1A49D6D21138}">
      <dgm:prSet/>
      <dgm:spPr/>
      <dgm:t>
        <a:bodyPr/>
        <a:lstStyle/>
        <a:p>
          <a:endParaRPr lang="en-US"/>
        </a:p>
      </dgm:t>
    </dgm:pt>
    <dgm:pt modelId="{4DB987DB-C695-422B-BA92-A1C78231EE2A}">
      <dgm:prSet/>
      <dgm:spPr/>
      <dgm:t>
        <a:bodyPr/>
        <a:lstStyle/>
        <a:p>
          <a:pPr rtl="0"/>
          <a:r>
            <a:rPr lang="en-US" smtClean="0"/>
            <a:t>Submit Repair Request</a:t>
          </a:r>
          <a:endParaRPr lang="en-US"/>
        </a:p>
      </dgm:t>
    </dgm:pt>
    <dgm:pt modelId="{CEB1A467-83D0-4984-AC6A-1F5A05847FA4}" type="parTrans" cxnId="{AA75DFCE-3AAD-4BB9-B612-AAF2C16311D6}">
      <dgm:prSet/>
      <dgm:spPr/>
      <dgm:t>
        <a:bodyPr/>
        <a:lstStyle/>
        <a:p>
          <a:endParaRPr lang="en-US"/>
        </a:p>
      </dgm:t>
    </dgm:pt>
    <dgm:pt modelId="{66737775-8DCB-4DF6-8D10-6B001B1A012D}" type="sibTrans" cxnId="{AA75DFCE-3AAD-4BB9-B612-AAF2C16311D6}">
      <dgm:prSet/>
      <dgm:spPr/>
      <dgm:t>
        <a:bodyPr/>
        <a:lstStyle/>
        <a:p>
          <a:endParaRPr lang="en-US"/>
        </a:p>
      </dgm:t>
    </dgm:pt>
    <dgm:pt modelId="{7DF3E120-1729-4784-8416-D72D1D76EF53}">
      <dgm:prSet/>
      <dgm:spPr/>
      <dgm:t>
        <a:bodyPr/>
        <a:lstStyle/>
        <a:p>
          <a:pPr rtl="0"/>
          <a:r>
            <a:rPr lang="en-US" smtClean="0"/>
            <a:t>Reception Staff</a:t>
          </a:r>
          <a:endParaRPr lang="en-US"/>
        </a:p>
      </dgm:t>
    </dgm:pt>
    <dgm:pt modelId="{B531398D-2249-4102-9AAD-7738304FD4B7}" type="parTrans" cxnId="{E3D61298-4E69-42BA-9F5F-25648D226264}">
      <dgm:prSet/>
      <dgm:spPr/>
      <dgm:t>
        <a:bodyPr/>
        <a:lstStyle/>
        <a:p>
          <a:endParaRPr lang="en-US"/>
        </a:p>
      </dgm:t>
    </dgm:pt>
    <dgm:pt modelId="{590BFE7F-652F-4FED-81CF-6F28CDA39D64}" type="sibTrans" cxnId="{E3D61298-4E69-42BA-9F5F-25648D226264}">
      <dgm:prSet/>
      <dgm:spPr/>
      <dgm:t>
        <a:bodyPr/>
        <a:lstStyle/>
        <a:p>
          <a:endParaRPr lang="en-US"/>
        </a:p>
      </dgm:t>
    </dgm:pt>
    <dgm:pt modelId="{D19B63A7-3371-4D6C-8D91-F8D05155DD51}">
      <dgm:prSet/>
      <dgm:spPr/>
      <dgm:t>
        <a:bodyPr/>
        <a:lstStyle/>
        <a:p>
          <a:pPr rtl="0"/>
          <a:r>
            <a:rPr lang="en-US" dirty="0" smtClean="0"/>
            <a:t>Register Customer &amp; Device</a:t>
          </a:r>
          <a:endParaRPr lang="en-US" dirty="0"/>
        </a:p>
      </dgm:t>
    </dgm:pt>
    <dgm:pt modelId="{C6BD5049-8F55-4F46-BBCE-E0DFDD213E5A}" type="parTrans" cxnId="{5E549EE1-E79C-4F97-BA0B-A89C2ACBB6A1}">
      <dgm:prSet/>
      <dgm:spPr/>
      <dgm:t>
        <a:bodyPr/>
        <a:lstStyle/>
        <a:p>
          <a:endParaRPr lang="en-US"/>
        </a:p>
      </dgm:t>
    </dgm:pt>
    <dgm:pt modelId="{06F737BD-CF8F-47CA-AAF8-78686083CA64}" type="sibTrans" cxnId="{5E549EE1-E79C-4F97-BA0B-A89C2ACBB6A1}">
      <dgm:prSet/>
      <dgm:spPr/>
      <dgm:t>
        <a:bodyPr/>
        <a:lstStyle/>
        <a:p>
          <a:endParaRPr lang="en-US"/>
        </a:p>
      </dgm:t>
    </dgm:pt>
    <dgm:pt modelId="{27987EDA-890C-4AAF-A6E1-901E0B5F3AF8}">
      <dgm:prSet/>
      <dgm:spPr/>
      <dgm:t>
        <a:bodyPr/>
        <a:lstStyle/>
        <a:p>
          <a:pPr rtl="0"/>
          <a:r>
            <a:rPr lang="en-US" smtClean="0"/>
            <a:t>Administrator</a:t>
          </a:r>
          <a:endParaRPr lang="en-US"/>
        </a:p>
      </dgm:t>
    </dgm:pt>
    <dgm:pt modelId="{7904D3A6-3223-48ED-96B6-186BA5DF658F}" type="parTrans" cxnId="{B57C967A-5E25-493B-AC67-6975CBDDF828}">
      <dgm:prSet/>
      <dgm:spPr/>
      <dgm:t>
        <a:bodyPr/>
        <a:lstStyle/>
        <a:p>
          <a:endParaRPr lang="en-US"/>
        </a:p>
      </dgm:t>
    </dgm:pt>
    <dgm:pt modelId="{BECA6E50-CAE8-486E-9B38-3B24C49E91E4}" type="sibTrans" cxnId="{B57C967A-5E25-493B-AC67-6975CBDDF828}">
      <dgm:prSet/>
      <dgm:spPr/>
      <dgm:t>
        <a:bodyPr/>
        <a:lstStyle/>
        <a:p>
          <a:endParaRPr lang="en-US"/>
        </a:p>
      </dgm:t>
    </dgm:pt>
    <dgm:pt modelId="{34C56238-ECDA-4C5A-A16B-4570BD11B92C}">
      <dgm:prSet/>
      <dgm:spPr/>
      <dgm:t>
        <a:bodyPr/>
        <a:lstStyle/>
        <a:p>
          <a:pPr rtl="0"/>
          <a:r>
            <a:rPr lang="en-US" smtClean="0"/>
            <a:t>Assign Technician</a:t>
          </a:r>
          <a:endParaRPr lang="en-US"/>
        </a:p>
      </dgm:t>
    </dgm:pt>
    <dgm:pt modelId="{91BCA9B7-F577-4765-A880-78F489BA0D6F}" type="parTrans" cxnId="{8B0935C0-1052-4021-B553-DA9874DCA37C}">
      <dgm:prSet/>
      <dgm:spPr/>
      <dgm:t>
        <a:bodyPr/>
        <a:lstStyle/>
        <a:p>
          <a:endParaRPr lang="en-US"/>
        </a:p>
      </dgm:t>
    </dgm:pt>
    <dgm:pt modelId="{E2086FCC-D116-47EA-A0E8-1AA619F24CCD}" type="sibTrans" cxnId="{8B0935C0-1052-4021-B553-DA9874DCA37C}">
      <dgm:prSet/>
      <dgm:spPr/>
      <dgm:t>
        <a:bodyPr/>
        <a:lstStyle/>
        <a:p>
          <a:endParaRPr lang="en-US"/>
        </a:p>
      </dgm:t>
    </dgm:pt>
    <dgm:pt modelId="{FC04D033-47BE-4515-90C9-2B6FF16FE1AB}">
      <dgm:prSet/>
      <dgm:spPr/>
      <dgm:t>
        <a:bodyPr/>
        <a:lstStyle/>
        <a:p>
          <a:pPr rtl="0"/>
          <a:r>
            <a:rPr lang="en-US" smtClean="0"/>
            <a:t>Technician</a:t>
          </a:r>
          <a:endParaRPr lang="en-US"/>
        </a:p>
      </dgm:t>
    </dgm:pt>
    <dgm:pt modelId="{E384FBC6-08DE-48CC-886E-C8CAB9C145C1}" type="parTrans" cxnId="{1F708D26-7382-4317-A022-11FCA0907893}">
      <dgm:prSet/>
      <dgm:spPr/>
      <dgm:t>
        <a:bodyPr/>
        <a:lstStyle/>
        <a:p>
          <a:endParaRPr lang="en-US"/>
        </a:p>
      </dgm:t>
    </dgm:pt>
    <dgm:pt modelId="{9250FA0C-53BF-448F-A9DA-5F2E1818AE89}" type="sibTrans" cxnId="{1F708D26-7382-4317-A022-11FCA0907893}">
      <dgm:prSet/>
      <dgm:spPr/>
      <dgm:t>
        <a:bodyPr/>
        <a:lstStyle/>
        <a:p>
          <a:endParaRPr lang="en-US"/>
        </a:p>
      </dgm:t>
    </dgm:pt>
    <dgm:pt modelId="{3CB51C40-3FF6-4829-ADE0-3C2B919BA938}">
      <dgm:prSet/>
      <dgm:spPr/>
      <dgm:t>
        <a:bodyPr/>
        <a:lstStyle/>
        <a:p>
          <a:pPr rtl="0"/>
          <a:r>
            <a:rPr lang="en-US" smtClean="0"/>
            <a:t>Inspect Device</a:t>
          </a:r>
          <a:endParaRPr lang="en-US"/>
        </a:p>
      </dgm:t>
    </dgm:pt>
    <dgm:pt modelId="{6B66B639-D9C3-4CEC-8E92-F682F0C65D36}" type="parTrans" cxnId="{E34A00E9-457E-4CDA-99B3-A2718528966E}">
      <dgm:prSet/>
      <dgm:spPr/>
      <dgm:t>
        <a:bodyPr/>
        <a:lstStyle/>
        <a:p>
          <a:endParaRPr lang="en-US"/>
        </a:p>
      </dgm:t>
    </dgm:pt>
    <dgm:pt modelId="{7623D947-7F74-4C7B-BAE7-935AF5881B7B}" type="sibTrans" cxnId="{E34A00E9-457E-4CDA-99B3-A2718528966E}">
      <dgm:prSet/>
      <dgm:spPr/>
      <dgm:t>
        <a:bodyPr/>
        <a:lstStyle/>
        <a:p>
          <a:endParaRPr lang="en-US"/>
        </a:p>
      </dgm:t>
    </dgm:pt>
    <dgm:pt modelId="{3BBB85E2-707C-4EC8-8411-10EBAAF612F3}">
      <dgm:prSet/>
      <dgm:spPr/>
      <dgm:t>
        <a:bodyPr/>
        <a:lstStyle/>
        <a:p>
          <a:pPr rtl="0"/>
          <a:r>
            <a:rPr lang="en-US" smtClean="0"/>
            <a:t>Repair Device</a:t>
          </a:r>
          <a:endParaRPr lang="en-US"/>
        </a:p>
      </dgm:t>
    </dgm:pt>
    <dgm:pt modelId="{88A7A87B-22AA-4B7E-AB1E-2CED66C5EA25}" type="parTrans" cxnId="{FD7F699F-3810-4672-BE81-E4BC59741B34}">
      <dgm:prSet/>
      <dgm:spPr/>
      <dgm:t>
        <a:bodyPr/>
        <a:lstStyle/>
        <a:p>
          <a:endParaRPr lang="en-US"/>
        </a:p>
      </dgm:t>
    </dgm:pt>
    <dgm:pt modelId="{87AA2B1E-D060-4293-AE72-B804BA3134E0}" type="sibTrans" cxnId="{FD7F699F-3810-4672-BE81-E4BC59741B34}">
      <dgm:prSet/>
      <dgm:spPr/>
      <dgm:t>
        <a:bodyPr/>
        <a:lstStyle/>
        <a:p>
          <a:endParaRPr lang="en-US"/>
        </a:p>
      </dgm:t>
    </dgm:pt>
    <dgm:pt modelId="{9EB8599A-6D75-4555-BF1B-291A9F30CC57}">
      <dgm:prSet/>
      <dgm:spPr/>
      <dgm:t>
        <a:bodyPr/>
        <a:lstStyle/>
        <a:p>
          <a:pPr rtl="0"/>
          <a:r>
            <a:rPr lang="en-US" smtClean="0"/>
            <a:t>Update Repair Status</a:t>
          </a:r>
          <a:endParaRPr lang="en-US"/>
        </a:p>
      </dgm:t>
    </dgm:pt>
    <dgm:pt modelId="{B8894B83-4542-400F-A975-29E9ACE1819F}" type="parTrans" cxnId="{017DE7D7-F6C1-4640-B2D8-15D1C2A502D1}">
      <dgm:prSet/>
      <dgm:spPr/>
      <dgm:t>
        <a:bodyPr/>
        <a:lstStyle/>
        <a:p>
          <a:endParaRPr lang="en-US"/>
        </a:p>
      </dgm:t>
    </dgm:pt>
    <dgm:pt modelId="{1EF3F00B-317F-46B5-AD03-088FE4FDC7AC}" type="sibTrans" cxnId="{017DE7D7-F6C1-4640-B2D8-15D1C2A502D1}">
      <dgm:prSet/>
      <dgm:spPr/>
      <dgm:t>
        <a:bodyPr/>
        <a:lstStyle/>
        <a:p>
          <a:endParaRPr lang="en-US"/>
        </a:p>
      </dgm:t>
    </dgm:pt>
    <dgm:pt modelId="{800972A6-265C-4039-A54A-DBA68D5C8356}">
      <dgm:prSet/>
      <dgm:spPr/>
      <dgm:t>
        <a:bodyPr/>
        <a:lstStyle/>
        <a:p>
          <a:pPr rtl="0"/>
          <a:r>
            <a:rPr lang="en-US" smtClean="0"/>
            <a:t>Reception Staff</a:t>
          </a:r>
          <a:endParaRPr lang="en-US"/>
        </a:p>
      </dgm:t>
    </dgm:pt>
    <dgm:pt modelId="{A3F97D01-7227-4B61-BA5A-97B6E5064952}" type="parTrans" cxnId="{17F7DA9D-5463-4875-B0FE-1E27911A2F29}">
      <dgm:prSet/>
      <dgm:spPr/>
      <dgm:t>
        <a:bodyPr/>
        <a:lstStyle/>
        <a:p>
          <a:endParaRPr lang="en-US"/>
        </a:p>
      </dgm:t>
    </dgm:pt>
    <dgm:pt modelId="{5A31D508-B392-4080-844B-147D4750A4CF}" type="sibTrans" cxnId="{17F7DA9D-5463-4875-B0FE-1E27911A2F29}">
      <dgm:prSet/>
      <dgm:spPr/>
      <dgm:t>
        <a:bodyPr/>
        <a:lstStyle/>
        <a:p>
          <a:endParaRPr lang="en-US"/>
        </a:p>
      </dgm:t>
    </dgm:pt>
    <dgm:pt modelId="{9F8367E0-27DC-488C-A59B-C9A954D09410}">
      <dgm:prSet/>
      <dgm:spPr/>
      <dgm:t>
        <a:bodyPr/>
        <a:lstStyle/>
        <a:p>
          <a:pPr rtl="0"/>
          <a:r>
            <a:rPr lang="en-US" smtClean="0"/>
            <a:t>Receive Payment</a:t>
          </a:r>
          <a:endParaRPr lang="en-US"/>
        </a:p>
      </dgm:t>
    </dgm:pt>
    <dgm:pt modelId="{9B07A6C5-A2FD-4ED3-8145-A506A0E8ECE6}" type="parTrans" cxnId="{8A4EC30D-0A88-438E-BF63-586C2786D4A7}">
      <dgm:prSet/>
      <dgm:spPr/>
      <dgm:t>
        <a:bodyPr/>
        <a:lstStyle/>
        <a:p>
          <a:endParaRPr lang="en-US"/>
        </a:p>
      </dgm:t>
    </dgm:pt>
    <dgm:pt modelId="{E852FC27-7AA6-4AF7-87B5-197C8C29B5D0}" type="sibTrans" cxnId="{8A4EC30D-0A88-438E-BF63-586C2786D4A7}">
      <dgm:prSet/>
      <dgm:spPr/>
      <dgm:t>
        <a:bodyPr/>
        <a:lstStyle/>
        <a:p>
          <a:endParaRPr lang="en-US"/>
        </a:p>
      </dgm:t>
    </dgm:pt>
    <dgm:pt modelId="{0EE2A5FC-B040-4B20-9227-54E8C712CE28}">
      <dgm:prSet/>
      <dgm:spPr/>
      <dgm:t>
        <a:bodyPr/>
        <a:lstStyle/>
        <a:p>
          <a:pPr rtl="0"/>
          <a:r>
            <a:rPr lang="en-US" smtClean="0"/>
            <a:t>Return Device to Customer</a:t>
          </a:r>
          <a:endParaRPr lang="en-US"/>
        </a:p>
      </dgm:t>
    </dgm:pt>
    <dgm:pt modelId="{8AF5A588-906A-4B9A-ABBF-7619E0580984}" type="parTrans" cxnId="{FC2BB652-E31A-4CFA-A78D-D151DE8161D8}">
      <dgm:prSet/>
      <dgm:spPr/>
      <dgm:t>
        <a:bodyPr/>
        <a:lstStyle/>
        <a:p>
          <a:endParaRPr lang="en-US"/>
        </a:p>
      </dgm:t>
    </dgm:pt>
    <dgm:pt modelId="{0EF28EB5-70A9-46AC-ACA3-FBC9B1C0CB71}" type="sibTrans" cxnId="{FC2BB652-E31A-4CFA-A78D-D151DE8161D8}">
      <dgm:prSet/>
      <dgm:spPr/>
      <dgm:t>
        <a:bodyPr/>
        <a:lstStyle/>
        <a:p>
          <a:endParaRPr lang="en-US"/>
        </a:p>
      </dgm:t>
    </dgm:pt>
    <dgm:pt modelId="{76C4C2A5-5096-4F79-B867-D9700C38B5DE}" type="pres">
      <dgm:prSet presAssocID="{00059A5D-63E3-45FD-B233-F96012B1F0E9}" presName="rootnode" presStyleCnt="0">
        <dgm:presLayoutVars>
          <dgm:chMax/>
          <dgm:chPref/>
          <dgm:dir/>
          <dgm:animLvl val="lvl"/>
        </dgm:presLayoutVars>
      </dgm:prSet>
      <dgm:spPr/>
      <dgm:t>
        <a:bodyPr/>
        <a:lstStyle/>
        <a:p>
          <a:endParaRPr lang="en-US"/>
        </a:p>
      </dgm:t>
    </dgm:pt>
    <dgm:pt modelId="{DFEF59B3-EB7B-4C5C-BEDC-6D0932DA7F72}" type="pres">
      <dgm:prSet presAssocID="{26E35D2C-DDF9-492F-B4E8-FE522418C1B9}" presName="composite" presStyleCnt="0"/>
      <dgm:spPr/>
    </dgm:pt>
    <dgm:pt modelId="{67091C02-C297-4374-ACE3-4AD747E58522}" type="pres">
      <dgm:prSet presAssocID="{26E35D2C-DDF9-492F-B4E8-FE522418C1B9}" presName="bentUpArrow1" presStyleLbl="alignImgPlace1" presStyleIdx="0" presStyleCnt="12"/>
      <dgm:spPr/>
    </dgm:pt>
    <dgm:pt modelId="{92A285C6-E69D-4647-ACE8-13D059BB5336}" type="pres">
      <dgm:prSet presAssocID="{26E35D2C-DDF9-492F-B4E8-FE522418C1B9}" presName="ParentText" presStyleLbl="node1" presStyleIdx="0" presStyleCnt="13">
        <dgm:presLayoutVars>
          <dgm:chMax val="1"/>
          <dgm:chPref val="1"/>
          <dgm:bulletEnabled val="1"/>
        </dgm:presLayoutVars>
      </dgm:prSet>
      <dgm:spPr/>
      <dgm:t>
        <a:bodyPr/>
        <a:lstStyle/>
        <a:p>
          <a:endParaRPr lang="en-US"/>
        </a:p>
      </dgm:t>
    </dgm:pt>
    <dgm:pt modelId="{D18B37E3-612F-411C-A690-03B4B76E77C6}" type="pres">
      <dgm:prSet presAssocID="{26E35D2C-DDF9-492F-B4E8-FE522418C1B9}" presName="ChildText" presStyleLbl="revTx" presStyleIdx="0" presStyleCnt="12">
        <dgm:presLayoutVars>
          <dgm:chMax val="0"/>
          <dgm:chPref val="0"/>
          <dgm:bulletEnabled val="1"/>
        </dgm:presLayoutVars>
      </dgm:prSet>
      <dgm:spPr/>
    </dgm:pt>
    <dgm:pt modelId="{C1F8EABE-50FF-4D44-913C-012D38BCE97B}" type="pres">
      <dgm:prSet presAssocID="{E2A7A0DB-1251-4D29-A2C7-D502CD10BD32}" presName="sibTrans" presStyleCnt="0"/>
      <dgm:spPr/>
    </dgm:pt>
    <dgm:pt modelId="{8DFE3FE1-0634-4B30-BCE4-6E3A147053A2}" type="pres">
      <dgm:prSet presAssocID="{4DB987DB-C695-422B-BA92-A1C78231EE2A}" presName="composite" presStyleCnt="0"/>
      <dgm:spPr/>
    </dgm:pt>
    <dgm:pt modelId="{C4C4BC0D-2D2A-47FE-8C6F-D0D8A4FF8CE2}" type="pres">
      <dgm:prSet presAssocID="{4DB987DB-C695-422B-BA92-A1C78231EE2A}" presName="bentUpArrow1" presStyleLbl="alignImgPlace1" presStyleIdx="1" presStyleCnt="12"/>
      <dgm:spPr/>
    </dgm:pt>
    <dgm:pt modelId="{3DE5E3AC-4D5B-4616-8449-B47EDCD1AD43}" type="pres">
      <dgm:prSet presAssocID="{4DB987DB-C695-422B-BA92-A1C78231EE2A}" presName="ParentText" presStyleLbl="node1" presStyleIdx="1" presStyleCnt="13">
        <dgm:presLayoutVars>
          <dgm:chMax val="1"/>
          <dgm:chPref val="1"/>
          <dgm:bulletEnabled val="1"/>
        </dgm:presLayoutVars>
      </dgm:prSet>
      <dgm:spPr/>
      <dgm:t>
        <a:bodyPr/>
        <a:lstStyle/>
        <a:p>
          <a:endParaRPr lang="en-US"/>
        </a:p>
      </dgm:t>
    </dgm:pt>
    <dgm:pt modelId="{F2BB437A-A631-4173-8C9A-66BC65E8C228}" type="pres">
      <dgm:prSet presAssocID="{4DB987DB-C695-422B-BA92-A1C78231EE2A}" presName="ChildText" presStyleLbl="revTx" presStyleIdx="1" presStyleCnt="12">
        <dgm:presLayoutVars>
          <dgm:chMax val="0"/>
          <dgm:chPref val="0"/>
          <dgm:bulletEnabled val="1"/>
        </dgm:presLayoutVars>
      </dgm:prSet>
      <dgm:spPr/>
    </dgm:pt>
    <dgm:pt modelId="{4E86E6B8-EC63-4F69-81A2-20DE1B8DDCEC}" type="pres">
      <dgm:prSet presAssocID="{66737775-8DCB-4DF6-8D10-6B001B1A012D}" presName="sibTrans" presStyleCnt="0"/>
      <dgm:spPr/>
    </dgm:pt>
    <dgm:pt modelId="{982615EF-D1A3-49A7-872C-58C583394327}" type="pres">
      <dgm:prSet presAssocID="{7DF3E120-1729-4784-8416-D72D1D76EF53}" presName="composite" presStyleCnt="0"/>
      <dgm:spPr/>
    </dgm:pt>
    <dgm:pt modelId="{1938B556-9AEB-4CA0-868A-070561DEAF0C}" type="pres">
      <dgm:prSet presAssocID="{7DF3E120-1729-4784-8416-D72D1D76EF53}" presName="bentUpArrow1" presStyleLbl="alignImgPlace1" presStyleIdx="2" presStyleCnt="12"/>
      <dgm:spPr/>
    </dgm:pt>
    <dgm:pt modelId="{68E89B0C-4CFF-4816-B321-DF9108FBD6BE}" type="pres">
      <dgm:prSet presAssocID="{7DF3E120-1729-4784-8416-D72D1D76EF53}" presName="ParentText" presStyleLbl="node1" presStyleIdx="2" presStyleCnt="13">
        <dgm:presLayoutVars>
          <dgm:chMax val="1"/>
          <dgm:chPref val="1"/>
          <dgm:bulletEnabled val="1"/>
        </dgm:presLayoutVars>
      </dgm:prSet>
      <dgm:spPr/>
      <dgm:t>
        <a:bodyPr/>
        <a:lstStyle/>
        <a:p>
          <a:endParaRPr lang="en-US"/>
        </a:p>
      </dgm:t>
    </dgm:pt>
    <dgm:pt modelId="{40462C6D-F5F3-4A74-B98E-BA32DCDFD652}" type="pres">
      <dgm:prSet presAssocID="{7DF3E120-1729-4784-8416-D72D1D76EF53}" presName="ChildText" presStyleLbl="revTx" presStyleIdx="2" presStyleCnt="12">
        <dgm:presLayoutVars>
          <dgm:chMax val="0"/>
          <dgm:chPref val="0"/>
          <dgm:bulletEnabled val="1"/>
        </dgm:presLayoutVars>
      </dgm:prSet>
      <dgm:spPr/>
    </dgm:pt>
    <dgm:pt modelId="{987925D6-3550-42A2-B55B-89AF8CE68048}" type="pres">
      <dgm:prSet presAssocID="{590BFE7F-652F-4FED-81CF-6F28CDA39D64}" presName="sibTrans" presStyleCnt="0"/>
      <dgm:spPr/>
    </dgm:pt>
    <dgm:pt modelId="{8B204B8F-2EEF-4184-8BD2-6593D5D93BCF}" type="pres">
      <dgm:prSet presAssocID="{D19B63A7-3371-4D6C-8D91-F8D05155DD51}" presName="composite" presStyleCnt="0"/>
      <dgm:spPr/>
    </dgm:pt>
    <dgm:pt modelId="{8336B546-8C04-4EA8-A371-FBACA477EA2A}" type="pres">
      <dgm:prSet presAssocID="{D19B63A7-3371-4D6C-8D91-F8D05155DD51}" presName="bentUpArrow1" presStyleLbl="alignImgPlace1" presStyleIdx="3" presStyleCnt="12"/>
      <dgm:spPr/>
    </dgm:pt>
    <dgm:pt modelId="{9586E004-3967-464C-9459-3A4EE4CCFF7F}" type="pres">
      <dgm:prSet presAssocID="{D19B63A7-3371-4D6C-8D91-F8D05155DD51}" presName="ParentText" presStyleLbl="node1" presStyleIdx="3" presStyleCnt="13">
        <dgm:presLayoutVars>
          <dgm:chMax val="1"/>
          <dgm:chPref val="1"/>
          <dgm:bulletEnabled val="1"/>
        </dgm:presLayoutVars>
      </dgm:prSet>
      <dgm:spPr/>
      <dgm:t>
        <a:bodyPr/>
        <a:lstStyle/>
        <a:p>
          <a:endParaRPr lang="en-US"/>
        </a:p>
      </dgm:t>
    </dgm:pt>
    <dgm:pt modelId="{E45DEFD0-EB39-44C8-92C5-0FBBCECCCBD7}" type="pres">
      <dgm:prSet presAssocID="{D19B63A7-3371-4D6C-8D91-F8D05155DD51}" presName="ChildText" presStyleLbl="revTx" presStyleIdx="3" presStyleCnt="12">
        <dgm:presLayoutVars>
          <dgm:chMax val="0"/>
          <dgm:chPref val="0"/>
          <dgm:bulletEnabled val="1"/>
        </dgm:presLayoutVars>
      </dgm:prSet>
      <dgm:spPr/>
    </dgm:pt>
    <dgm:pt modelId="{84157E92-7CAD-4A35-9B56-8CEDD61AEDAD}" type="pres">
      <dgm:prSet presAssocID="{06F737BD-CF8F-47CA-AAF8-78686083CA64}" presName="sibTrans" presStyleCnt="0"/>
      <dgm:spPr/>
    </dgm:pt>
    <dgm:pt modelId="{41D8AB0E-7EDB-46E1-A3E8-C8FABF81DC08}" type="pres">
      <dgm:prSet presAssocID="{27987EDA-890C-4AAF-A6E1-901E0B5F3AF8}" presName="composite" presStyleCnt="0"/>
      <dgm:spPr/>
    </dgm:pt>
    <dgm:pt modelId="{9D983A32-F36F-4222-A677-69FB5F0DEF1F}" type="pres">
      <dgm:prSet presAssocID="{27987EDA-890C-4AAF-A6E1-901E0B5F3AF8}" presName="bentUpArrow1" presStyleLbl="alignImgPlace1" presStyleIdx="4" presStyleCnt="12"/>
      <dgm:spPr/>
    </dgm:pt>
    <dgm:pt modelId="{301FC6C6-9BB3-4403-A394-530AD15EA003}" type="pres">
      <dgm:prSet presAssocID="{27987EDA-890C-4AAF-A6E1-901E0B5F3AF8}" presName="ParentText" presStyleLbl="node1" presStyleIdx="4" presStyleCnt="13">
        <dgm:presLayoutVars>
          <dgm:chMax val="1"/>
          <dgm:chPref val="1"/>
          <dgm:bulletEnabled val="1"/>
        </dgm:presLayoutVars>
      </dgm:prSet>
      <dgm:spPr/>
      <dgm:t>
        <a:bodyPr/>
        <a:lstStyle/>
        <a:p>
          <a:endParaRPr lang="en-US"/>
        </a:p>
      </dgm:t>
    </dgm:pt>
    <dgm:pt modelId="{02F10668-E6E4-4830-965B-B0CE693A45A3}" type="pres">
      <dgm:prSet presAssocID="{27987EDA-890C-4AAF-A6E1-901E0B5F3AF8}" presName="ChildText" presStyleLbl="revTx" presStyleIdx="4" presStyleCnt="12">
        <dgm:presLayoutVars>
          <dgm:chMax val="0"/>
          <dgm:chPref val="0"/>
          <dgm:bulletEnabled val="1"/>
        </dgm:presLayoutVars>
      </dgm:prSet>
      <dgm:spPr/>
    </dgm:pt>
    <dgm:pt modelId="{9C195FA4-D6AC-427D-B145-64CE7D9E63C6}" type="pres">
      <dgm:prSet presAssocID="{BECA6E50-CAE8-486E-9B38-3B24C49E91E4}" presName="sibTrans" presStyleCnt="0"/>
      <dgm:spPr/>
    </dgm:pt>
    <dgm:pt modelId="{51D5473E-8993-4D58-B590-77D65B8B7D00}" type="pres">
      <dgm:prSet presAssocID="{34C56238-ECDA-4C5A-A16B-4570BD11B92C}" presName="composite" presStyleCnt="0"/>
      <dgm:spPr/>
    </dgm:pt>
    <dgm:pt modelId="{BA8443CE-563D-4D3B-B359-C3AD724B0A7A}" type="pres">
      <dgm:prSet presAssocID="{34C56238-ECDA-4C5A-A16B-4570BD11B92C}" presName="bentUpArrow1" presStyleLbl="alignImgPlace1" presStyleIdx="5" presStyleCnt="12"/>
      <dgm:spPr/>
    </dgm:pt>
    <dgm:pt modelId="{871C4A27-3B12-41E5-BDCB-2332F80D84B8}" type="pres">
      <dgm:prSet presAssocID="{34C56238-ECDA-4C5A-A16B-4570BD11B92C}" presName="ParentText" presStyleLbl="node1" presStyleIdx="5" presStyleCnt="13">
        <dgm:presLayoutVars>
          <dgm:chMax val="1"/>
          <dgm:chPref val="1"/>
          <dgm:bulletEnabled val="1"/>
        </dgm:presLayoutVars>
      </dgm:prSet>
      <dgm:spPr/>
      <dgm:t>
        <a:bodyPr/>
        <a:lstStyle/>
        <a:p>
          <a:endParaRPr lang="en-US"/>
        </a:p>
      </dgm:t>
    </dgm:pt>
    <dgm:pt modelId="{86275A04-7899-4D9F-9C9B-50F1AAEAC7CA}" type="pres">
      <dgm:prSet presAssocID="{34C56238-ECDA-4C5A-A16B-4570BD11B92C}" presName="ChildText" presStyleLbl="revTx" presStyleIdx="5" presStyleCnt="12">
        <dgm:presLayoutVars>
          <dgm:chMax val="0"/>
          <dgm:chPref val="0"/>
          <dgm:bulletEnabled val="1"/>
        </dgm:presLayoutVars>
      </dgm:prSet>
      <dgm:spPr/>
    </dgm:pt>
    <dgm:pt modelId="{9B01FBA0-69E5-4F66-865F-CA6DE6BF8AC8}" type="pres">
      <dgm:prSet presAssocID="{E2086FCC-D116-47EA-A0E8-1AA619F24CCD}" presName="sibTrans" presStyleCnt="0"/>
      <dgm:spPr/>
    </dgm:pt>
    <dgm:pt modelId="{7B8BAE20-A413-4EB4-A0C3-F0A456FCDC3C}" type="pres">
      <dgm:prSet presAssocID="{FC04D033-47BE-4515-90C9-2B6FF16FE1AB}" presName="composite" presStyleCnt="0"/>
      <dgm:spPr/>
    </dgm:pt>
    <dgm:pt modelId="{EB6F4201-D710-46A0-BA65-1093B92164BE}" type="pres">
      <dgm:prSet presAssocID="{FC04D033-47BE-4515-90C9-2B6FF16FE1AB}" presName="bentUpArrow1" presStyleLbl="alignImgPlace1" presStyleIdx="6" presStyleCnt="12"/>
      <dgm:spPr/>
    </dgm:pt>
    <dgm:pt modelId="{1B4DCEB5-C639-4307-9A1C-C8230DAFF5BB}" type="pres">
      <dgm:prSet presAssocID="{FC04D033-47BE-4515-90C9-2B6FF16FE1AB}" presName="ParentText" presStyleLbl="node1" presStyleIdx="6" presStyleCnt="13">
        <dgm:presLayoutVars>
          <dgm:chMax val="1"/>
          <dgm:chPref val="1"/>
          <dgm:bulletEnabled val="1"/>
        </dgm:presLayoutVars>
      </dgm:prSet>
      <dgm:spPr/>
      <dgm:t>
        <a:bodyPr/>
        <a:lstStyle/>
        <a:p>
          <a:endParaRPr lang="en-US"/>
        </a:p>
      </dgm:t>
    </dgm:pt>
    <dgm:pt modelId="{2A5C8E6E-E809-42F8-8418-53FEFD040D91}" type="pres">
      <dgm:prSet presAssocID="{FC04D033-47BE-4515-90C9-2B6FF16FE1AB}" presName="ChildText" presStyleLbl="revTx" presStyleIdx="6" presStyleCnt="12">
        <dgm:presLayoutVars>
          <dgm:chMax val="0"/>
          <dgm:chPref val="0"/>
          <dgm:bulletEnabled val="1"/>
        </dgm:presLayoutVars>
      </dgm:prSet>
      <dgm:spPr/>
    </dgm:pt>
    <dgm:pt modelId="{9D57022E-C41D-4ED0-80B0-CF4A842F6670}" type="pres">
      <dgm:prSet presAssocID="{9250FA0C-53BF-448F-A9DA-5F2E1818AE89}" presName="sibTrans" presStyleCnt="0"/>
      <dgm:spPr/>
    </dgm:pt>
    <dgm:pt modelId="{A1650663-B952-4879-9B7C-69793CBBBB46}" type="pres">
      <dgm:prSet presAssocID="{3CB51C40-3FF6-4829-ADE0-3C2B919BA938}" presName="composite" presStyleCnt="0"/>
      <dgm:spPr/>
    </dgm:pt>
    <dgm:pt modelId="{56D2ADC2-310F-4A4D-A9E4-85819E6A065B}" type="pres">
      <dgm:prSet presAssocID="{3CB51C40-3FF6-4829-ADE0-3C2B919BA938}" presName="bentUpArrow1" presStyleLbl="alignImgPlace1" presStyleIdx="7" presStyleCnt="12"/>
      <dgm:spPr/>
    </dgm:pt>
    <dgm:pt modelId="{5BBC8BDE-7922-4C38-888E-C8547B6B9D2A}" type="pres">
      <dgm:prSet presAssocID="{3CB51C40-3FF6-4829-ADE0-3C2B919BA938}" presName="ParentText" presStyleLbl="node1" presStyleIdx="7" presStyleCnt="13">
        <dgm:presLayoutVars>
          <dgm:chMax val="1"/>
          <dgm:chPref val="1"/>
          <dgm:bulletEnabled val="1"/>
        </dgm:presLayoutVars>
      </dgm:prSet>
      <dgm:spPr/>
      <dgm:t>
        <a:bodyPr/>
        <a:lstStyle/>
        <a:p>
          <a:endParaRPr lang="en-US"/>
        </a:p>
      </dgm:t>
    </dgm:pt>
    <dgm:pt modelId="{D3066F8B-43E0-46BC-9C48-B81357E5DEE2}" type="pres">
      <dgm:prSet presAssocID="{3CB51C40-3FF6-4829-ADE0-3C2B919BA938}" presName="ChildText" presStyleLbl="revTx" presStyleIdx="7" presStyleCnt="12">
        <dgm:presLayoutVars>
          <dgm:chMax val="0"/>
          <dgm:chPref val="0"/>
          <dgm:bulletEnabled val="1"/>
        </dgm:presLayoutVars>
      </dgm:prSet>
      <dgm:spPr/>
    </dgm:pt>
    <dgm:pt modelId="{CC91497C-6092-431E-A2DA-2252ED596BF3}" type="pres">
      <dgm:prSet presAssocID="{7623D947-7F74-4C7B-BAE7-935AF5881B7B}" presName="sibTrans" presStyleCnt="0"/>
      <dgm:spPr/>
    </dgm:pt>
    <dgm:pt modelId="{9F20FA60-7B6A-4280-A657-37F17EA97650}" type="pres">
      <dgm:prSet presAssocID="{3BBB85E2-707C-4EC8-8411-10EBAAF612F3}" presName="composite" presStyleCnt="0"/>
      <dgm:spPr/>
    </dgm:pt>
    <dgm:pt modelId="{F79A102C-881E-4EDB-BD76-25853DF1192B}" type="pres">
      <dgm:prSet presAssocID="{3BBB85E2-707C-4EC8-8411-10EBAAF612F3}" presName="bentUpArrow1" presStyleLbl="alignImgPlace1" presStyleIdx="8" presStyleCnt="12"/>
      <dgm:spPr/>
    </dgm:pt>
    <dgm:pt modelId="{6D112540-329F-4E73-BFA7-7CE4A19DD7B9}" type="pres">
      <dgm:prSet presAssocID="{3BBB85E2-707C-4EC8-8411-10EBAAF612F3}" presName="ParentText" presStyleLbl="node1" presStyleIdx="8" presStyleCnt="13">
        <dgm:presLayoutVars>
          <dgm:chMax val="1"/>
          <dgm:chPref val="1"/>
          <dgm:bulletEnabled val="1"/>
        </dgm:presLayoutVars>
      </dgm:prSet>
      <dgm:spPr/>
      <dgm:t>
        <a:bodyPr/>
        <a:lstStyle/>
        <a:p>
          <a:endParaRPr lang="en-US"/>
        </a:p>
      </dgm:t>
    </dgm:pt>
    <dgm:pt modelId="{F7414DEC-E703-4082-9149-95E9FFBD4623}" type="pres">
      <dgm:prSet presAssocID="{3BBB85E2-707C-4EC8-8411-10EBAAF612F3}" presName="ChildText" presStyleLbl="revTx" presStyleIdx="8" presStyleCnt="12">
        <dgm:presLayoutVars>
          <dgm:chMax val="0"/>
          <dgm:chPref val="0"/>
          <dgm:bulletEnabled val="1"/>
        </dgm:presLayoutVars>
      </dgm:prSet>
      <dgm:spPr/>
    </dgm:pt>
    <dgm:pt modelId="{7432D802-AE5B-491A-9793-A4D0CDC7F094}" type="pres">
      <dgm:prSet presAssocID="{87AA2B1E-D060-4293-AE72-B804BA3134E0}" presName="sibTrans" presStyleCnt="0"/>
      <dgm:spPr/>
    </dgm:pt>
    <dgm:pt modelId="{EA3596E5-CCD1-449A-A6E3-A6C98C333957}" type="pres">
      <dgm:prSet presAssocID="{9EB8599A-6D75-4555-BF1B-291A9F30CC57}" presName="composite" presStyleCnt="0"/>
      <dgm:spPr/>
    </dgm:pt>
    <dgm:pt modelId="{6D1744BE-EFAB-4F94-9BC6-8272FC40F2CF}" type="pres">
      <dgm:prSet presAssocID="{9EB8599A-6D75-4555-BF1B-291A9F30CC57}" presName="bentUpArrow1" presStyleLbl="alignImgPlace1" presStyleIdx="9" presStyleCnt="12"/>
      <dgm:spPr/>
    </dgm:pt>
    <dgm:pt modelId="{7035907A-776C-4402-B21B-8900CF61DB48}" type="pres">
      <dgm:prSet presAssocID="{9EB8599A-6D75-4555-BF1B-291A9F30CC57}" presName="ParentText" presStyleLbl="node1" presStyleIdx="9" presStyleCnt="13">
        <dgm:presLayoutVars>
          <dgm:chMax val="1"/>
          <dgm:chPref val="1"/>
          <dgm:bulletEnabled val="1"/>
        </dgm:presLayoutVars>
      </dgm:prSet>
      <dgm:spPr/>
      <dgm:t>
        <a:bodyPr/>
        <a:lstStyle/>
        <a:p>
          <a:endParaRPr lang="en-US"/>
        </a:p>
      </dgm:t>
    </dgm:pt>
    <dgm:pt modelId="{7EF8AB0F-A282-40E1-B34C-D6951F04D83F}" type="pres">
      <dgm:prSet presAssocID="{9EB8599A-6D75-4555-BF1B-291A9F30CC57}" presName="ChildText" presStyleLbl="revTx" presStyleIdx="9" presStyleCnt="12">
        <dgm:presLayoutVars>
          <dgm:chMax val="0"/>
          <dgm:chPref val="0"/>
          <dgm:bulletEnabled val="1"/>
        </dgm:presLayoutVars>
      </dgm:prSet>
      <dgm:spPr/>
    </dgm:pt>
    <dgm:pt modelId="{4B556B1C-0520-49B3-BF23-C27694A999E6}" type="pres">
      <dgm:prSet presAssocID="{1EF3F00B-317F-46B5-AD03-088FE4FDC7AC}" presName="sibTrans" presStyleCnt="0"/>
      <dgm:spPr/>
    </dgm:pt>
    <dgm:pt modelId="{EBC7CFC4-0E3F-4981-8F85-01E094D342DA}" type="pres">
      <dgm:prSet presAssocID="{800972A6-265C-4039-A54A-DBA68D5C8356}" presName="composite" presStyleCnt="0"/>
      <dgm:spPr/>
    </dgm:pt>
    <dgm:pt modelId="{61138192-6F39-43C2-BB15-59F4BDB1272E}" type="pres">
      <dgm:prSet presAssocID="{800972A6-265C-4039-A54A-DBA68D5C8356}" presName="bentUpArrow1" presStyleLbl="alignImgPlace1" presStyleIdx="10" presStyleCnt="12"/>
      <dgm:spPr/>
    </dgm:pt>
    <dgm:pt modelId="{7D8377F6-2590-498C-8133-8B173DD200AB}" type="pres">
      <dgm:prSet presAssocID="{800972A6-265C-4039-A54A-DBA68D5C8356}" presName="ParentText" presStyleLbl="node1" presStyleIdx="10" presStyleCnt="13">
        <dgm:presLayoutVars>
          <dgm:chMax val="1"/>
          <dgm:chPref val="1"/>
          <dgm:bulletEnabled val="1"/>
        </dgm:presLayoutVars>
      </dgm:prSet>
      <dgm:spPr/>
      <dgm:t>
        <a:bodyPr/>
        <a:lstStyle/>
        <a:p>
          <a:endParaRPr lang="en-US"/>
        </a:p>
      </dgm:t>
    </dgm:pt>
    <dgm:pt modelId="{3E3980D6-C7A2-4784-B859-C983BBDA6BAD}" type="pres">
      <dgm:prSet presAssocID="{800972A6-265C-4039-A54A-DBA68D5C8356}" presName="ChildText" presStyleLbl="revTx" presStyleIdx="10" presStyleCnt="12">
        <dgm:presLayoutVars>
          <dgm:chMax val="0"/>
          <dgm:chPref val="0"/>
          <dgm:bulletEnabled val="1"/>
        </dgm:presLayoutVars>
      </dgm:prSet>
      <dgm:spPr/>
    </dgm:pt>
    <dgm:pt modelId="{B24EE0CD-1A4E-4982-9145-D438603934DC}" type="pres">
      <dgm:prSet presAssocID="{5A31D508-B392-4080-844B-147D4750A4CF}" presName="sibTrans" presStyleCnt="0"/>
      <dgm:spPr/>
    </dgm:pt>
    <dgm:pt modelId="{DB45F875-05A3-4307-BFB3-5CA8BC1CD159}" type="pres">
      <dgm:prSet presAssocID="{9F8367E0-27DC-488C-A59B-C9A954D09410}" presName="composite" presStyleCnt="0"/>
      <dgm:spPr/>
    </dgm:pt>
    <dgm:pt modelId="{D2E70F29-178D-48D3-9C14-7DFE90FB9895}" type="pres">
      <dgm:prSet presAssocID="{9F8367E0-27DC-488C-A59B-C9A954D09410}" presName="bentUpArrow1" presStyleLbl="alignImgPlace1" presStyleIdx="11" presStyleCnt="12"/>
      <dgm:spPr/>
    </dgm:pt>
    <dgm:pt modelId="{5C1D8492-E4B5-43DA-8007-093C23C30627}" type="pres">
      <dgm:prSet presAssocID="{9F8367E0-27DC-488C-A59B-C9A954D09410}" presName="ParentText" presStyleLbl="node1" presStyleIdx="11" presStyleCnt="13">
        <dgm:presLayoutVars>
          <dgm:chMax val="1"/>
          <dgm:chPref val="1"/>
          <dgm:bulletEnabled val="1"/>
        </dgm:presLayoutVars>
      </dgm:prSet>
      <dgm:spPr/>
      <dgm:t>
        <a:bodyPr/>
        <a:lstStyle/>
        <a:p>
          <a:endParaRPr lang="en-US"/>
        </a:p>
      </dgm:t>
    </dgm:pt>
    <dgm:pt modelId="{EF5B1A49-79A4-42E9-AD1C-1368E5B57ED6}" type="pres">
      <dgm:prSet presAssocID="{9F8367E0-27DC-488C-A59B-C9A954D09410}" presName="ChildText" presStyleLbl="revTx" presStyleIdx="11" presStyleCnt="12">
        <dgm:presLayoutVars>
          <dgm:chMax val="0"/>
          <dgm:chPref val="0"/>
          <dgm:bulletEnabled val="1"/>
        </dgm:presLayoutVars>
      </dgm:prSet>
      <dgm:spPr/>
    </dgm:pt>
    <dgm:pt modelId="{7D917F22-A17C-4D9D-B48E-7E7C455C2619}" type="pres">
      <dgm:prSet presAssocID="{E852FC27-7AA6-4AF7-87B5-197C8C29B5D0}" presName="sibTrans" presStyleCnt="0"/>
      <dgm:spPr/>
    </dgm:pt>
    <dgm:pt modelId="{BA7347D8-84DC-4DEB-BD94-FD25A81BC48B}" type="pres">
      <dgm:prSet presAssocID="{0EE2A5FC-B040-4B20-9227-54E8C712CE28}" presName="composite" presStyleCnt="0"/>
      <dgm:spPr/>
    </dgm:pt>
    <dgm:pt modelId="{9B9ADE5F-7410-4965-8C80-2615BBFDA4F1}" type="pres">
      <dgm:prSet presAssocID="{0EE2A5FC-B040-4B20-9227-54E8C712CE28}" presName="ParentText" presStyleLbl="node1" presStyleIdx="12" presStyleCnt="13">
        <dgm:presLayoutVars>
          <dgm:chMax val="1"/>
          <dgm:chPref val="1"/>
          <dgm:bulletEnabled val="1"/>
        </dgm:presLayoutVars>
      </dgm:prSet>
      <dgm:spPr/>
      <dgm:t>
        <a:bodyPr/>
        <a:lstStyle/>
        <a:p>
          <a:endParaRPr lang="en-US"/>
        </a:p>
      </dgm:t>
    </dgm:pt>
  </dgm:ptLst>
  <dgm:cxnLst>
    <dgm:cxn modelId="{847BAD04-838F-4B65-B9DA-8E19207EE54B}" type="presOf" srcId="{00059A5D-63E3-45FD-B233-F96012B1F0E9}" destId="{76C4C2A5-5096-4F79-B867-D9700C38B5DE}" srcOrd="0" destOrd="0" presId="urn:microsoft.com/office/officeart/2005/8/layout/StepDownProcess"/>
    <dgm:cxn modelId="{64EAB4AA-A84B-47FF-AC41-5FC434E80E8E}" type="presOf" srcId="{26E35D2C-DDF9-492F-B4E8-FE522418C1B9}" destId="{92A285C6-E69D-4647-ACE8-13D059BB5336}" srcOrd="0" destOrd="0" presId="urn:microsoft.com/office/officeart/2005/8/layout/StepDownProcess"/>
    <dgm:cxn modelId="{573DB6F2-A003-4CE3-AF5C-72218621DC8E}" type="presOf" srcId="{9EB8599A-6D75-4555-BF1B-291A9F30CC57}" destId="{7035907A-776C-4402-B21B-8900CF61DB48}" srcOrd="0" destOrd="0" presId="urn:microsoft.com/office/officeart/2005/8/layout/StepDownProcess"/>
    <dgm:cxn modelId="{8B0935C0-1052-4021-B553-DA9874DCA37C}" srcId="{00059A5D-63E3-45FD-B233-F96012B1F0E9}" destId="{34C56238-ECDA-4C5A-A16B-4570BD11B92C}" srcOrd="5" destOrd="0" parTransId="{91BCA9B7-F577-4765-A880-78F489BA0D6F}" sibTransId="{E2086FCC-D116-47EA-A0E8-1AA619F24CCD}"/>
    <dgm:cxn modelId="{AA75DFCE-3AAD-4BB9-B612-AAF2C16311D6}" srcId="{00059A5D-63E3-45FD-B233-F96012B1F0E9}" destId="{4DB987DB-C695-422B-BA92-A1C78231EE2A}" srcOrd="1" destOrd="0" parTransId="{CEB1A467-83D0-4984-AC6A-1F5A05847FA4}" sibTransId="{66737775-8DCB-4DF6-8D10-6B001B1A012D}"/>
    <dgm:cxn modelId="{0F8950DF-DF8E-4E18-9AB0-E2CF608E644E}" type="presOf" srcId="{3BBB85E2-707C-4EC8-8411-10EBAAF612F3}" destId="{6D112540-329F-4E73-BFA7-7CE4A19DD7B9}" srcOrd="0" destOrd="0" presId="urn:microsoft.com/office/officeart/2005/8/layout/StepDownProcess"/>
    <dgm:cxn modelId="{3A22AA11-4AE6-44E6-978D-1A49D6D21138}" srcId="{00059A5D-63E3-45FD-B233-F96012B1F0E9}" destId="{26E35D2C-DDF9-492F-B4E8-FE522418C1B9}" srcOrd="0" destOrd="0" parTransId="{6A4CA376-04CA-4D93-9D93-3E6B787E2ED9}" sibTransId="{E2A7A0DB-1251-4D29-A2C7-D502CD10BD32}"/>
    <dgm:cxn modelId="{509F8275-17EC-40E9-962A-5BA373C9E3F8}" type="presOf" srcId="{0EE2A5FC-B040-4B20-9227-54E8C712CE28}" destId="{9B9ADE5F-7410-4965-8C80-2615BBFDA4F1}" srcOrd="0" destOrd="0" presId="urn:microsoft.com/office/officeart/2005/8/layout/StepDownProcess"/>
    <dgm:cxn modelId="{92BEB8B6-E6BA-49AF-AC83-5BDB6E15AD72}" type="presOf" srcId="{9F8367E0-27DC-488C-A59B-C9A954D09410}" destId="{5C1D8492-E4B5-43DA-8007-093C23C30627}" srcOrd="0" destOrd="0" presId="urn:microsoft.com/office/officeart/2005/8/layout/StepDownProcess"/>
    <dgm:cxn modelId="{8A4EC30D-0A88-438E-BF63-586C2786D4A7}" srcId="{00059A5D-63E3-45FD-B233-F96012B1F0E9}" destId="{9F8367E0-27DC-488C-A59B-C9A954D09410}" srcOrd="11" destOrd="0" parTransId="{9B07A6C5-A2FD-4ED3-8145-A506A0E8ECE6}" sibTransId="{E852FC27-7AA6-4AF7-87B5-197C8C29B5D0}"/>
    <dgm:cxn modelId="{3D0A39E3-004C-4E00-9D54-7C20F78E00E2}" type="presOf" srcId="{800972A6-265C-4039-A54A-DBA68D5C8356}" destId="{7D8377F6-2590-498C-8133-8B173DD200AB}" srcOrd="0" destOrd="0" presId="urn:microsoft.com/office/officeart/2005/8/layout/StepDownProcess"/>
    <dgm:cxn modelId="{E401C2DC-147B-47FB-A22D-16412D922676}" type="presOf" srcId="{4DB987DB-C695-422B-BA92-A1C78231EE2A}" destId="{3DE5E3AC-4D5B-4616-8449-B47EDCD1AD43}" srcOrd="0" destOrd="0" presId="urn:microsoft.com/office/officeart/2005/8/layout/StepDownProcess"/>
    <dgm:cxn modelId="{FD7F699F-3810-4672-BE81-E4BC59741B34}" srcId="{00059A5D-63E3-45FD-B233-F96012B1F0E9}" destId="{3BBB85E2-707C-4EC8-8411-10EBAAF612F3}" srcOrd="8" destOrd="0" parTransId="{88A7A87B-22AA-4B7E-AB1E-2CED66C5EA25}" sibTransId="{87AA2B1E-D060-4293-AE72-B804BA3134E0}"/>
    <dgm:cxn modelId="{A25156BA-CE8E-44C1-833C-573E93CEC4FD}" type="presOf" srcId="{FC04D033-47BE-4515-90C9-2B6FF16FE1AB}" destId="{1B4DCEB5-C639-4307-9A1C-C8230DAFF5BB}" srcOrd="0" destOrd="0" presId="urn:microsoft.com/office/officeart/2005/8/layout/StepDownProcess"/>
    <dgm:cxn modelId="{E34A00E9-457E-4CDA-99B3-A2718528966E}" srcId="{00059A5D-63E3-45FD-B233-F96012B1F0E9}" destId="{3CB51C40-3FF6-4829-ADE0-3C2B919BA938}" srcOrd="7" destOrd="0" parTransId="{6B66B639-D9C3-4CEC-8E92-F682F0C65D36}" sibTransId="{7623D947-7F74-4C7B-BAE7-935AF5881B7B}"/>
    <dgm:cxn modelId="{17F7DA9D-5463-4875-B0FE-1E27911A2F29}" srcId="{00059A5D-63E3-45FD-B233-F96012B1F0E9}" destId="{800972A6-265C-4039-A54A-DBA68D5C8356}" srcOrd="10" destOrd="0" parTransId="{A3F97D01-7227-4B61-BA5A-97B6E5064952}" sibTransId="{5A31D508-B392-4080-844B-147D4750A4CF}"/>
    <dgm:cxn modelId="{5E549EE1-E79C-4F97-BA0B-A89C2ACBB6A1}" srcId="{00059A5D-63E3-45FD-B233-F96012B1F0E9}" destId="{D19B63A7-3371-4D6C-8D91-F8D05155DD51}" srcOrd="3" destOrd="0" parTransId="{C6BD5049-8F55-4F46-BBCE-E0DFDD213E5A}" sibTransId="{06F737BD-CF8F-47CA-AAF8-78686083CA64}"/>
    <dgm:cxn modelId="{50E4D5FC-C5F0-4E1D-B53D-6C790E018DBD}" type="presOf" srcId="{7DF3E120-1729-4784-8416-D72D1D76EF53}" destId="{68E89B0C-4CFF-4816-B321-DF9108FBD6BE}" srcOrd="0" destOrd="0" presId="urn:microsoft.com/office/officeart/2005/8/layout/StepDownProcess"/>
    <dgm:cxn modelId="{B57C967A-5E25-493B-AC67-6975CBDDF828}" srcId="{00059A5D-63E3-45FD-B233-F96012B1F0E9}" destId="{27987EDA-890C-4AAF-A6E1-901E0B5F3AF8}" srcOrd="4" destOrd="0" parTransId="{7904D3A6-3223-48ED-96B6-186BA5DF658F}" sibTransId="{BECA6E50-CAE8-486E-9B38-3B24C49E91E4}"/>
    <dgm:cxn modelId="{A87377DA-6F12-4E4B-85BD-AA533CCAD60A}" type="presOf" srcId="{34C56238-ECDA-4C5A-A16B-4570BD11B92C}" destId="{871C4A27-3B12-41E5-BDCB-2332F80D84B8}" srcOrd="0" destOrd="0" presId="urn:microsoft.com/office/officeart/2005/8/layout/StepDownProcess"/>
    <dgm:cxn modelId="{FC2BB652-E31A-4CFA-A78D-D151DE8161D8}" srcId="{00059A5D-63E3-45FD-B233-F96012B1F0E9}" destId="{0EE2A5FC-B040-4B20-9227-54E8C712CE28}" srcOrd="12" destOrd="0" parTransId="{8AF5A588-906A-4B9A-ABBF-7619E0580984}" sibTransId="{0EF28EB5-70A9-46AC-ACA3-FBC9B1C0CB71}"/>
    <dgm:cxn modelId="{E3D61298-4E69-42BA-9F5F-25648D226264}" srcId="{00059A5D-63E3-45FD-B233-F96012B1F0E9}" destId="{7DF3E120-1729-4784-8416-D72D1D76EF53}" srcOrd="2" destOrd="0" parTransId="{B531398D-2249-4102-9AAD-7738304FD4B7}" sibTransId="{590BFE7F-652F-4FED-81CF-6F28CDA39D64}"/>
    <dgm:cxn modelId="{017DE7D7-F6C1-4640-B2D8-15D1C2A502D1}" srcId="{00059A5D-63E3-45FD-B233-F96012B1F0E9}" destId="{9EB8599A-6D75-4555-BF1B-291A9F30CC57}" srcOrd="9" destOrd="0" parTransId="{B8894B83-4542-400F-A975-29E9ACE1819F}" sibTransId="{1EF3F00B-317F-46B5-AD03-088FE4FDC7AC}"/>
    <dgm:cxn modelId="{1F708D26-7382-4317-A022-11FCA0907893}" srcId="{00059A5D-63E3-45FD-B233-F96012B1F0E9}" destId="{FC04D033-47BE-4515-90C9-2B6FF16FE1AB}" srcOrd="6" destOrd="0" parTransId="{E384FBC6-08DE-48CC-886E-C8CAB9C145C1}" sibTransId="{9250FA0C-53BF-448F-A9DA-5F2E1818AE89}"/>
    <dgm:cxn modelId="{29A04F1E-78EB-4CBC-B80C-6E449A8C1FCE}" type="presOf" srcId="{27987EDA-890C-4AAF-A6E1-901E0B5F3AF8}" destId="{301FC6C6-9BB3-4403-A394-530AD15EA003}" srcOrd="0" destOrd="0" presId="urn:microsoft.com/office/officeart/2005/8/layout/StepDownProcess"/>
    <dgm:cxn modelId="{F4C27741-871A-4F71-9B18-BBC02B6C9C04}" type="presOf" srcId="{3CB51C40-3FF6-4829-ADE0-3C2B919BA938}" destId="{5BBC8BDE-7922-4C38-888E-C8547B6B9D2A}" srcOrd="0" destOrd="0" presId="urn:microsoft.com/office/officeart/2005/8/layout/StepDownProcess"/>
    <dgm:cxn modelId="{3BA224C8-96EF-4B2D-BCBF-C30A265B62F7}" type="presOf" srcId="{D19B63A7-3371-4D6C-8D91-F8D05155DD51}" destId="{9586E004-3967-464C-9459-3A4EE4CCFF7F}" srcOrd="0" destOrd="0" presId="urn:microsoft.com/office/officeart/2005/8/layout/StepDownProcess"/>
    <dgm:cxn modelId="{599784DC-B6BF-4DD7-BBA9-48AE93476DF6}" type="presParOf" srcId="{76C4C2A5-5096-4F79-B867-D9700C38B5DE}" destId="{DFEF59B3-EB7B-4C5C-BEDC-6D0932DA7F72}" srcOrd="0" destOrd="0" presId="urn:microsoft.com/office/officeart/2005/8/layout/StepDownProcess"/>
    <dgm:cxn modelId="{A0FB71E8-6710-4474-97BD-A39FCE6A26A8}" type="presParOf" srcId="{DFEF59B3-EB7B-4C5C-BEDC-6D0932DA7F72}" destId="{67091C02-C297-4374-ACE3-4AD747E58522}" srcOrd="0" destOrd="0" presId="urn:microsoft.com/office/officeart/2005/8/layout/StepDownProcess"/>
    <dgm:cxn modelId="{3FCB43DC-2C62-481E-ADB5-EEBCA506F551}" type="presParOf" srcId="{DFEF59B3-EB7B-4C5C-BEDC-6D0932DA7F72}" destId="{92A285C6-E69D-4647-ACE8-13D059BB5336}" srcOrd="1" destOrd="0" presId="urn:microsoft.com/office/officeart/2005/8/layout/StepDownProcess"/>
    <dgm:cxn modelId="{46F80E0C-37D3-4997-84E2-4EAF3DF31827}" type="presParOf" srcId="{DFEF59B3-EB7B-4C5C-BEDC-6D0932DA7F72}" destId="{D18B37E3-612F-411C-A690-03B4B76E77C6}" srcOrd="2" destOrd="0" presId="urn:microsoft.com/office/officeart/2005/8/layout/StepDownProcess"/>
    <dgm:cxn modelId="{25D031E8-96CC-4E2D-8BD4-E82EC93090B6}" type="presParOf" srcId="{76C4C2A5-5096-4F79-B867-D9700C38B5DE}" destId="{C1F8EABE-50FF-4D44-913C-012D38BCE97B}" srcOrd="1" destOrd="0" presId="urn:microsoft.com/office/officeart/2005/8/layout/StepDownProcess"/>
    <dgm:cxn modelId="{8B9203E4-AB51-4EB6-A0B4-8BBCEE2B9ADA}" type="presParOf" srcId="{76C4C2A5-5096-4F79-B867-D9700C38B5DE}" destId="{8DFE3FE1-0634-4B30-BCE4-6E3A147053A2}" srcOrd="2" destOrd="0" presId="urn:microsoft.com/office/officeart/2005/8/layout/StepDownProcess"/>
    <dgm:cxn modelId="{CBA654A3-7EE3-4786-AAB1-5F84E3AC5330}" type="presParOf" srcId="{8DFE3FE1-0634-4B30-BCE4-6E3A147053A2}" destId="{C4C4BC0D-2D2A-47FE-8C6F-D0D8A4FF8CE2}" srcOrd="0" destOrd="0" presId="urn:microsoft.com/office/officeart/2005/8/layout/StepDownProcess"/>
    <dgm:cxn modelId="{3E13DE18-488E-4A6B-9DD1-F8109C6E4526}" type="presParOf" srcId="{8DFE3FE1-0634-4B30-BCE4-6E3A147053A2}" destId="{3DE5E3AC-4D5B-4616-8449-B47EDCD1AD43}" srcOrd="1" destOrd="0" presId="urn:microsoft.com/office/officeart/2005/8/layout/StepDownProcess"/>
    <dgm:cxn modelId="{42D1B169-5CEF-4E83-8F8E-CAD22AB05661}" type="presParOf" srcId="{8DFE3FE1-0634-4B30-BCE4-6E3A147053A2}" destId="{F2BB437A-A631-4173-8C9A-66BC65E8C228}" srcOrd="2" destOrd="0" presId="urn:microsoft.com/office/officeart/2005/8/layout/StepDownProcess"/>
    <dgm:cxn modelId="{C14F70C2-E1EF-4CA5-B87B-F7468410C00B}" type="presParOf" srcId="{76C4C2A5-5096-4F79-B867-D9700C38B5DE}" destId="{4E86E6B8-EC63-4F69-81A2-20DE1B8DDCEC}" srcOrd="3" destOrd="0" presId="urn:microsoft.com/office/officeart/2005/8/layout/StepDownProcess"/>
    <dgm:cxn modelId="{8A021EA8-6BF3-4AA0-85D6-59C4BB594053}" type="presParOf" srcId="{76C4C2A5-5096-4F79-B867-D9700C38B5DE}" destId="{982615EF-D1A3-49A7-872C-58C583394327}" srcOrd="4" destOrd="0" presId="urn:microsoft.com/office/officeart/2005/8/layout/StepDownProcess"/>
    <dgm:cxn modelId="{B3FEBE80-69C9-4BEA-B28D-52FFAE65DFB4}" type="presParOf" srcId="{982615EF-D1A3-49A7-872C-58C583394327}" destId="{1938B556-9AEB-4CA0-868A-070561DEAF0C}" srcOrd="0" destOrd="0" presId="urn:microsoft.com/office/officeart/2005/8/layout/StepDownProcess"/>
    <dgm:cxn modelId="{6143ADE3-DB78-49D0-B9D2-9798F78F9AE4}" type="presParOf" srcId="{982615EF-D1A3-49A7-872C-58C583394327}" destId="{68E89B0C-4CFF-4816-B321-DF9108FBD6BE}" srcOrd="1" destOrd="0" presId="urn:microsoft.com/office/officeart/2005/8/layout/StepDownProcess"/>
    <dgm:cxn modelId="{6FEA4774-1914-4022-BC60-310D9A98AD4A}" type="presParOf" srcId="{982615EF-D1A3-49A7-872C-58C583394327}" destId="{40462C6D-F5F3-4A74-B98E-BA32DCDFD652}" srcOrd="2" destOrd="0" presId="urn:microsoft.com/office/officeart/2005/8/layout/StepDownProcess"/>
    <dgm:cxn modelId="{AC0EADD6-E1FA-4C02-AB45-1226429006CC}" type="presParOf" srcId="{76C4C2A5-5096-4F79-B867-D9700C38B5DE}" destId="{987925D6-3550-42A2-B55B-89AF8CE68048}" srcOrd="5" destOrd="0" presId="urn:microsoft.com/office/officeart/2005/8/layout/StepDownProcess"/>
    <dgm:cxn modelId="{A0420B1A-8F75-4AF8-A6C7-529B9E79AB85}" type="presParOf" srcId="{76C4C2A5-5096-4F79-B867-D9700C38B5DE}" destId="{8B204B8F-2EEF-4184-8BD2-6593D5D93BCF}" srcOrd="6" destOrd="0" presId="urn:microsoft.com/office/officeart/2005/8/layout/StepDownProcess"/>
    <dgm:cxn modelId="{04D529C8-3801-4380-B20E-6E56F6FFC5D5}" type="presParOf" srcId="{8B204B8F-2EEF-4184-8BD2-6593D5D93BCF}" destId="{8336B546-8C04-4EA8-A371-FBACA477EA2A}" srcOrd="0" destOrd="0" presId="urn:microsoft.com/office/officeart/2005/8/layout/StepDownProcess"/>
    <dgm:cxn modelId="{A254CF2B-8BAB-4750-A265-4E7C0AFF0BEB}" type="presParOf" srcId="{8B204B8F-2EEF-4184-8BD2-6593D5D93BCF}" destId="{9586E004-3967-464C-9459-3A4EE4CCFF7F}" srcOrd="1" destOrd="0" presId="urn:microsoft.com/office/officeart/2005/8/layout/StepDownProcess"/>
    <dgm:cxn modelId="{23273839-F266-4947-84C3-43862A026EBB}" type="presParOf" srcId="{8B204B8F-2EEF-4184-8BD2-6593D5D93BCF}" destId="{E45DEFD0-EB39-44C8-92C5-0FBBCECCCBD7}" srcOrd="2" destOrd="0" presId="urn:microsoft.com/office/officeart/2005/8/layout/StepDownProcess"/>
    <dgm:cxn modelId="{EBB8C5C7-88FE-4B9B-9143-FCB27ECB8BA4}" type="presParOf" srcId="{76C4C2A5-5096-4F79-B867-D9700C38B5DE}" destId="{84157E92-7CAD-4A35-9B56-8CEDD61AEDAD}" srcOrd="7" destOrd="0" presId="urn:microsoft.com/office/officeart/2005/8/layout/StepDownProcess"/>
    <dgm:cxn modelId="{3C51C664-6D4C-4C24-9AC6-9502B5CCCCF9}" type="presParOf" srcId="{76C4C2A5-5096-4F79-B867-D9700C38B5DE}" destId="{41D8AB0E-7EDB-46E1-A3E8-C8FABF81DC08}" srcOrd="8" destOrd="0" presId="urn:microsoft.com/office/officeart/2005/8/layout/StepDownProcess"/>
    <dgm:cxn modelId="{7C7EE158-FA2F-4B5C-BF22-6DA3B10EA76C}" type="presParOf" srcId="{41D8AB0E-7EDB-46E1-A3E8-C8FABF81DC08}" destId="{9D983A32-F36F-4222-A677-69FB5F0DEF1F}" srcOrd="0" destOrd="0" presId="urn:microsoft.com/office/officeart/2005/8/layout/StepDownProcess"/>
    <dgm:cxn modelId="{82C07C42-9BA8-4D68-919A-C248D9780478}" type="presParOf" srcId="{41D8AB0E-7EDB-46E1-A3E8-C8FABF81DC08}" destId="{301FC6C6-9BB3-4403-A394-530AD15EA003}" srcOrd="1" destOrd="0" presId="urn:microsoft.com/office/officeart/2005/8/layout/StepDownProcess"/>
    <dgm:cxn modelId="{9F146998-EC7C-4048-B42C-C58C9772E171}" type="presParOf" srcId="{41D8AB0E-7EDB-46E1-A3E8-C8FABF81DC08}" destId="{02F10668-E6E4-4830-965B-B0CE693A45A3}" srcOrd="2" destOrd="0" presId="urn:microsoft.com/office/officeart/2005/8/layout/StepDownProcess"/>
    <dgm:cxn modelId="{12D3DB49-A37F-4F54-B3DC-9233A098B217}" type="presParOf" srcId="{76C4C2A5-5096-4F79-B867-D9700C38B5DE}" destId="{9C195FA4-D6AC-427D-B145-64CE7D9E63C6}" srcOrd="9" destOrd="0" presId="urn:microsoft.com/office/officeart/2005/8/layout/StepDownProcess"/>
    <dgm:cxn modelId="{28CE124D-F411-4F98-B597-3452BB793240}" type="presParOf" srcId="{76C4C2A5-5096-4F79-B867-D9700C38B5DE}" destId="{51D5473E-8993-4D58-B590-77D65B8B7D00}" srcOrd="10" destOrd="0" presId="urn:microsoft.com/office/officeart/2005/8/layout/StepDownProcess"/>
    <dgm:cxn modelId="{6E52C0C4-2E39-4BB3-B9C0-528BE96E783C}" type="presParOf" srcId="{51D5473E-8993-4D58-B590-77D65B8B7D00}" destId="{BA8443CE-563D-4D3B-B359-C3AD724B0A7A}" srcOrd="0" destOrd="0" presId="urn:microsoft.com/office/officeart/2005/8/layout/StepDownProcess"/>
    <dgm:cxn modelId="{5DCF9538-0DA8-4820-AEDF-C2538B4A586C}" type="presParOf" srcId="{51D5473E-8993-4D58-B590-77D65B8B7D00}" destId="{871C4A27-3B12-41E5-BDCB-2332F80D84B8}" srcOrd="1" destOrd="0" presId="urn:microsoft.com/office/officeart/2005/8/layout/StepDownProcess"/>
    <dgm:cxn modelId="{E7613713-EE93-4220-ABA9-3C1594628F42}" type="presParOf" srcId="{51D5473E-8993-4D58-B590-77D65B8B7D00}" destId="{86275A04-7899-4D9F-9C9B-50F1AAEAC7CA}" srcOrd="2" destOrd="0" presId="urn:microsoft.com/office/officeart/2005/8/layout/StepDownProcess"/>
    <dgm:cxn modelId="{96F2BB01-1F9B-4CA3-AF2D-755AFFBD5BED}" type="presParOf" srcId="{76C4C2A5-5096-4F79-B867-D9700C38B5DE}" destId="{9B01FBA0-69E5-4F66-865F-CA6DE6BF8AC8}" srcOrd="11" destOrd="0" presId="urn:microsoft.com/office/officeart/2005/8/layout/StepDownProcess"/>
    <dgm:cxn modelId="{084808B0-88E0-47F8-AB80-07109853C4F0}" type="presParOf" srcId="{76C4C2A5-5096-4F79-B867-D9700C38B5DE}" destId="{7B8BAE20-A413-4EB4-A0C3-F0A456FCDC3C}" srcOrd="12" destOrd="0" presId="urn:microsoft.com/office/officeart/2005/8/layout/StepDownProcess"/>
    <dgm:cxn modelId="{413283DE-AB72-44EE-BB7B-ACA49081D0AC}" type="presParOf" srcId="{7B8BAE20-A413-4EB4-A0C3-F0A456FCDC3C}" destId="{EB6F4201-D710-46A0-BA65-1093B92164BE}" srcOrd="0" destOrd="0" presId="urn:microsoft.com/office/officeart/2005/8/layout/StepDownProcess"/>
    <dgm:cxn modelId="{1A34DF6A-FA15-410A-8C89-5C3174E4B71E}" type="presParOf" srcId="{7B8BAE20-A413-4EB4-A0C3-F0A456FCDC3C}" destId="{1B4DCEB5-C639-4307-9A1C-C8230DAFF5BB}" srcOrd="1" destOrd="0" presId="urn:microsoft.com/office/officeart/2005/8/layout/StepDownProcess"/>
    <dgm:cxn modelId="{101A9ED1-445E-4906-A95B-2B0B913CD069}" type="presParOf" srcId="{7B8BAE20-A413-4EB4-A0C3-F0A456FCDC3C}" destId="{2A5C8E6E-E809-42F8-8418-53FEFD040D91}" srcOrd="2" destOrd="0" presId="urn:microsoft.com/office/officeart/2005/8/layout/StepDownProcess"/>
    <dgm:cxn modelId="{58672DA8-5443-4908-868E-F2BF557AF674}" type="presParOf" srcId="{76C4C2A5-5096-4F79-B867-D9700C38B5DE}" destId="{9D57022E-C41D-4ED0-80B0-CF4A842F6670}" srcOrd="13" destOrd="0" presId="urn:microsoft.com/office/officeart/2005/8/layout/StepDownProcess"/>
    <dgm:cxn modelId="{6DD7B308-D4EA-48F7-A969-621B5F223278}" type="presParOf" srcId="{76C4C2A5-5096-4F79-B867-D9700C38B5DE}" destId="{A1650663-B952-4879-9B7C-69793CBBBB46}" srcOrd="14" destOrd="0" presId="urn:microsoft.com/office/officeart/2005/8/layout/StepDownProcess"/>
    <dgm:cxn modelId="{C4FBD5F6-55AE-4A95-B787-08307054E5E9}" type="presParOf" srcId="{A1650663-B952-4879-9B7C-69793CBBBB46}" destId="{56D2ADC2-310F-4A4D-A9E4-85819E6A065B}" srcOrd="0" destOrd="0" presId="urn:microsoft.com/office/officeart/2005/8/layout/StepDownProcess"/>
    <dgm:cxn modelId="{22D9EABD-FBCC-496E-91C3-B61E80FDF92D}" type="presParOf" srcId="{A1650663-B952-4879-9B7C-69793CBBBB46}" destId="{5BBC8BDE-7922-4C38-888E-C8547B6B9D2A}" srcOrd="1" destOrd="0" presId="urn:microsoft.com/office/officeart/2005/8/layout/StepDownProcess"/>
    <dgm:cxn modelId="{ED71246F-A8C5-484C-9AAC-FCB719F43382}" type="presParOf" srcId="{A1650663-B952-4879-9B7C-69793CBBBB46}" destId="{D3066F8B-43E0-46BC-9C48-B81357E5DEE2}" srcOrd="2" destOrd="0" presId="urn:microsoft.com/office/officeart/2005/8/layout/StepDownProcess"/>
    <dgm:cxn modelId="{A8286C2D-C76F-4169-B7AE-A82949029378}" type="presParOf" srcId="{76C4C2A5-5096-4F79-B867-D9700C38B5DE}" destId="{CC91497C-6092-431E-A2DA-2252ED596BF3}" srcOrd="15" destOrd="0" presId="urn:microsoft.com/office/officeart/2005/8/layout/StepDownProcess"/>
    <dgm:cxn modelId="{415D496E-3170-4267-93D7-751BDD4101FB}" type="presParOf" srcId="{76C4C2A5-5096-4F79-B867-D9700C38B5DE}" destId="{9F20FA60-7B6A-4280-A657-37F17EA97650}" srcOrd="16" destOrd="0" presId="urn:microsoft.com/office/officeart/2005/8/layout/StepDownProcess"/>
    <dgm:cxn modelId="{545626F2-103B-4D15-A943-63E76586A7BF}" type="presParOf" srcId="{9F20FA60-7B6A-4280-A657-37F17EA97650}" destId="{F79A102C-881E-4EDB-BD76-25853DF1192B}" srcOrd="0" destOrd="0" presId="urn:microsoft.com/office/officeart/2005/8/layout/StepDownProcess"/>
    <dgm:cxn modelId="{C31FD2DE-28D3-48A6-8F6C-5D2798BD4C56}" type="presParOf" srcId="{9F20FA60-7B6A-4280-A657-37F17EA97650}" destId="{6D112540-329F-4E73-BFA7-7CE4A19DD7B9}" srcOrd="1" destOrd="0" presId="urn:microsoft.com/office/officeart/2005/8/layout/StepDownProcess"/>
    <dgm:cxn modelId="{05507B08-44FA-494F-B593-B37E64DA7A5A}" type="presParOf" srcId="{9F20FA60-7B6A-4280-A657-37F17EA97650}" destId="{F7414DEC-E703-4082-9149-95E9FFBD4623}" srcOrd="2" destOrd="0" presId="urn:microsoft.com/office/officeart/2005/8/layout/StepDownProcess"/>
    <dgm:cxn modelId="{2F68EA08-E3F2-4B0A-9696-35B3716745EB}" type="presParOf" srcId="{76C4C2A5-5096-4F79-B867-D9700C38B5DE}" destId="{7432D802-AE5B-491A-9793-A4D0CDC7F094}" srcOrd="17" destOrd="0" presId="urn:microsoft.com/office/officeart/2005/8/layout/StepDownProcess"/>
    <dgm:cxn modelId="{2135D4D5-B01C-4AC2-A051-78E6D8CB0B39}" type="presParOf" srcId="{76C4C2A5-5096-4F79-B867-D9700C38B5DE}" destId="{EA3596E5-CCD1-449A-A6E3-A6C98C333957}" srcOrd="18" destOrd="0" presId="urn:microsoft.com/office/officeart/2005/8/layout/StepDownProcess"/>
    <dgm:cxn modelId="{048C21C9-6249-4F44-818E-4485BE3E72C9}" type="presParOf" srcId="{EA3596E5-CCD1-449A-A6E3-A6C98C333957}" destId="{6D1744BE-EFAB-4F94-9BC6-8272FC40F2CF}" srcOrd="0" destOrd="0" presId="urn:microsoft.com/office/officeart/2005/8/layout/StepDownProcess"/>
    <dgm:cxn modelId="{93D68D76-FACF-45E5-9BA9-077C516F7AD4}" type="presParOf" srcId="{EA3596E5-CCD1-449A-A6E3-A6C98C333957}" destId="{7035907A-776C-4402-B21B-8900CF61DB48}" srcOrd="1" destOrd="0" presId="urn:microsoft.com/office/officeart/2005/8/layout/StepDownProcess"/>
    <dgm:cxn modelId="{1B50894D-9756-42EE-8645-087386D26D1D}" type="presParOf" srcId="{EA3596E5-CCD1-449A-A6E3-A6C98C333957}" destId="{7EF8AB0F-A282-40E1-B34C-D6951F04D83F}" srcOrd="2" destOrd="0" presId="urn:microsoft.com/office/officeart/2005/8/layout/StepDownProcess"/>
    <dgm:cxn modelId="{63F912EA-94A5-43BA-9A84-5F18178C701D}" type="presParOf" srcId="{76C4C2A5-5096-4F79-B867-D9700C38B5DE}" destId="{4B556B1C-0520-49B3-BF23-C27694A999E6}" srcOrd="19" destOrd="0" presId="urn:microsoft.com/office/officeart/2005/8/layout/StepDownProcess"/>
    <dgm:cxn modelId="{3033B50F-8DE4-4C9B-B98E-E211672A71C3}" type="presParOf" srcId="{76C4C2A5-5096-4F79-B867-D9700C38B5DE}" destId="{EBC7CFC4-0E3F-4981-8F85-01E094D342DA}" srcOrd="20" destOrd="0" presId="urn:microsoft.com/office/officeart/2005/8/layout/StepDownProcess"/>
    <dgm:cxn modelId="{DC9BED9B-4946-4734-9D10-D0BB231BB80B}" type="presParOf" srcId="{EBC7CFC4-0E3F-4981-8F85-01E094D342DA}" destId="{61138192-6F39-43C2-BB15-59F4BDB1272E}" srcOrd="0" destOrd="0" presId="urn:microsoft.com/office/officeart/2005/8/layout/StepDownProcess"/>
    <dgm:cxn modelId="{8C522240-3FCE-4802-BF01-AB2074426F96}" type="presParOf" srcId="{EBC7CFC4-0E3F-4981-8F85-01E094D342DA}" destId="{7D8377F6-2590-498C-8133-8B173DD200AB}" srcOrd="1" destOrd="0" presId="urn:microsoft.com/office/officeart/2005/8/layout/StepDownProcess"/>
    <dgm:cxn modelId="{CC679666-7A42-495C-88F5-C401A21B38D7}" type="presParOf" srcId="{EBC7CFC4-0E3F-4981-8F85-01E094D342DA}" destId="{3E3980D6-C7A2-4784-B859-C983BBDA6BAD}" srcOrd="2" destOrd="0" presId="urn:microsoft.com/office/officeart/2005/8/layout/StepDownProcess"/>
    <dgm:cxn modelId="{360918C5-90D7-48B3-9572-68985B6DBA15}" type="presParOf" srcId="{76C4C2A5-5096-4F79-B867-D9700C38B5DE}" destId="{B24EE0CD-1A4E-4982-9145-D438603934DC}" srcOrd="21" destOrd="0" presId="urn:microsoft.com/office/officeart/2005/8/layout/StepDownProcess"/>
    <dgm:cxn modelId="{3B84CA3B-945C-42AC-B04F-052C731C5328}" type="presParOf" srcId="{76C4C2A5-5096-4F79-B867-D9700C38B5DE}" destId="{DB45F875-05A3-4307-BFB3-5CA8BC1CD159}" srcOrd="22" destOrd="0" presId="urn:microsoft.com/office/officeart/2005/8/layout/StepDownProcess"/>
    <dgm:cxn modelId="{EF870FC7-0F5A-4E31-B854-8A1A2543EC08}" type="presParOf" srcId="{DB45F875-05A3-4307-BFB3-5CA8BC1CD159}" destId="{D2E70F29-178D-48D3-9C14-7DFE90FB9895}" srcOrd="0" destOrd="0" presId="urn:microsoft.com/office/officeart/2005/8/layout/StepDownProcess"/>
    <dgm:cxn modelId="{D4AE9366-D563-4D57-8DBA-2671B7340D1E}" type="presParOf" srcId="{DB45F875-05A3-4307-BFB3-5CA8BC1CD159}" destId="{5C1D8492-E4B5-43DA-8007-093C23C30627}" srcOrd="1" destOrd="0" presId="urn:microsoft.com/office/officeart/2005/8/layout/StepDownProcess"/>
    <dgm:cxn modelId="{31F34664-1B1E-4254-A133-CC1CCB7B4856}" type="presParOf" srcId="{DB45F875-05A3-4307-BFB3-5CA8BC1CD159}" destId="{EF5B1A49-79A4-42E9-AD1C-1368E5B57ED6}" srcOrd="2" destOrd="0" presId="urn:microsoft.com/office/officeart/2005/8/layout/StepDownProcess"/>
    <dgm:cxn modelId="{569A44E1-1176-48E9-B3CE-4417EDDB2616}" type="presParOf" srcId="{76C4C2A5-5096-4F79-B867-D9700C38B5DE}" destId="{7D917F22-A17C-4D9D-B48E-7E7C455C2619}" srcOrd="23" destOrd="0" presId="urn:microsoft.com/office/officeart/2005/8/layout/StepDownProcess"/>
    <dgm:cxn modelId="{9AB1F405-803E-4561-AA29-553891BF38FE}" type="presParOf" srcId="{76C4C2A5-5096-4F79-B867-D9700C38B5DE}" destId="{BA7347D8-84DC-4DEB-BD94-FD25A81BC48B}" srcOrd="24" destOrd="0" presId="urn:microsoft.com/office/officeart/2005/8/layout/StepDownProcess"/>
    <dgm:cxn modelId="{BD83E009-3882-4E43-8EAD-3300AFB4C602}" type="presParOf" srcId="{BA7347D8-84DC-4DEB-BD94-FD25A81BC48B}" destId="{9B9ADE5F-7410-4965-8C80-2615BBFDA4F1}"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91C02-C297-4374-ACE3-4AD747E58522}">
      <dsp:nvSpPr>
        <dsp:cNvPr id="0" name=""/>
        <dsp:cNvSpPr/>
      </dsp:nvSpPr>
      <dsp:spPr>
        <a:xfrm rot="5400000">
          <a:off x="1720031" y="447319"/>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A285C6-E69D-4647-ACE8-13D059BB5336}">
      <dsp:nvSpPr>
        <dsp:cNvPr id="0" name=""/>
        <dsp:cNvSpPr/>
      </dsp:nvSpPr>
      <dsp:spPr>
        <a:xfrm>
          <a:off x="1624340" y="46944"/>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Customer</a:t>
          </a:r>
          <a:endParaRPr lang="en-US" sz="700" kern="1200"/>
        </a:p>
      </dsp:txBody>
      <dsp:txXfrm>
        <a:off x="1645119" y="67723"/>
        <a:ext cx="566456" cy="384032"/>
      </dsp:txXfrm>
    </dsp:sp>
    <dsp:sp modelId="{D18B37E3-612F-411C-A690-03B4B76E77C6}">
      <dsp:nvSpPr>
        <dsp:cNvPr id="0" name=""/>
        <dsp:cNvSpPr/>
      </dsp:nvSpPr>
      <dsp:spPr>
        <a:xfrm>
          <a:off x="2232354" y="87534"/>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C4C4BC0D-2D2A-47FE-8C6F-D0D8A4FF8CE2}">
      <dsp:nvSpPr>
        <dsp:cNvPr id="0" name=""/>
        <dsp:cNvSpPr/>
      </dsp:nvSpPr>
      <dsp:spPr>
        <a:xfrm rot="5400000">
          <a:off x="2224139" y="925398"/>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DE5E3AC-4D5B-4616-8449-B47EDCD1AD43}">
      <dsp:nvSpPr>
        <dsp:cNvPr id="0" name=""/>
        <dsp:cNvSpPr/>
      </dsp:nvSpPr>
      <dsp:spPr>
        <a:xfrm>
          <a:off x="2128449" y="525022"/>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Submit Repair Request</a:t>
          </a:r>
          <a:endParaRPr lang="en-US" sz="700" kern="1200"/>
        </a:p>
      </dsp:txBody>
      <dsp:txXfrm>
        <a:off x="2149228" y="545801"/>
        <a:ext cx="566456" cy="384032"/>
      </dsp:txXfrm>
    </dsp:sp>
    <dsp:sp modelId="{F2BB437A-A631-4173-8C9A-66BC65E8C228}">
      <dsp:nvSpPr>
        <dsp:cNvPr id="0" name=""/>
        <dsp:cNvSpPr/>
      </dsp:nvSpPr>
      <dsp:spPr>
        <a:xfrm>
          <a:off x="2736463" y="565612"/>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1938B556-9AEB-4CA0-868A-070561DEAF0C}">
      <dsp:nvSpPr>
        <dsp:cNvPr id="0" name=""/>
        <dsp:cNvSpPr/>
      </dsp:nvSpPr>
      <dsp:spPr>
        <a:xfrm rot="5400000">
          <a:off x="2728248" y="1403476"/>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8E89B0C-4CFF-4816-B321-DF9108FBD6BE}">
      <dsp:nvSpPr>
        <dsp:cNvPr id="0" name=""/>
        <dsp:cNvSpPr/>
      </dsp:nvSpPr>
      <dsp:spPr>
        <a:xfrm>
          <a:off x="2632557" y="1003101"/>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Reception Staff</a:t>
          </a:r>
          <a:endParaRPr lang="en-US" sz="700" kern="1200"/>
        </a:p>
      </dsp:txBody>
      <dsp:txXfrm>
        <a:off x="2653336" y="1023880"/>
        <a:ext cx="566456" cy="384032"/>
      </dsp:txXfrm>
    </dsp:sp>
    <dsp:sp modelId="{40462C6D-F5F3-4A74-B98E-BA32DCDFD652}">
      <dsp:nvSpPr>
        <dsp:cNvPr id="0" name=""/>
        <dsp:cNvSpPr/>
      </dsp:nvSpPr>
      <dsp:spPr>
        <a:xfrm>
          <a:off x="3240572" y="1043691"/>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8336B546-8C04-4EA8-A371-FBACA477EA2A}">
      <dsp:nvSpPr>
        <dsp:cNvPr id="0" name=""/>
        <dsp:cNvSpPr/>
      </dsp:nvSpPr>
      <dsp:spPr>
        <a:xfrm rot="5400000">
          <a:off x="3232357" y="1881555"/>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86E004-3967-464C-9459-3A4EE4CCFF7F}">
      <dsp:nvSpPr>
        <dsp:cNvPr id="0" name=""/>
        <dsp:cNvSpPr/>
      </dsp:nvSpPr>
      <dsp:spPr>
        <a:xfrm>
          <a:off x="3136666" y="1481179"/>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dirty="0" smtClean="0"/>
            <a:t>Register Customer &amp; Device</a:t>
          </a:r>
          <a:endParaRPr lang="en-US" sz="700" kern="1200" dirty="0"/>
        </a:p>
      </dsp:txBody>
      <dsp:txXfrm>
        <a:off x="3157445" y="1501958"/>
        <a:ext cx="566456" cy="384032"/>
      </dsp:txXfrm>
    </dsp:sp>
    <dsp:sp modelId="{E45DEFD0-EB39-44C8-92C5-0FBBCECCCBD7}">
      <dsp:nvSpPr>
        <dsp:cNvPr id="0" name=""/>
        <dsp:cNvSpPr/>
      </dsp:nvSpPr>
      <dsp:spPr>
        <a:xfrm>
          <a:off x="3744680" y="1521769"/>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9D983A32-F36F-4222-A677-69FB5F0DEF1F}">
      <dsp:nvSpPr>
        <dsp:cNvPr id="0" name=""/>
        <dsp:cNvSpPr/>
      </dsp:nvSpPr>
      <dsp:spPr>
        <a:xfrm rot="5400000">
          <a:off x="3736465" y="2359633"/>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1FC6C6-9BB3-4403-A394-530AD15EA003}">
      <dsp:nvSpPr>
        <dsp:cNvPr id="0" name=""/>
        <dsp:cNvSpPr/>
      </dsp:nvSpPr>
      <dsp:spPr>
        <a:xfrm>
          <a:off x="3640774" y="1959258"/>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Administrator</a:t>
          </a:r>
          <a:endParaRPr lang="en-US" sz="700" kern="1200"/>
        </a:p>
      </dsp:txBody>
      <dsp:txXfrm>
        <a:off x="3661553" y="1980037"/>
        <a:ext cx="566456" cy="384032"/>
      </dsp:txXfrm>
    </dsp:sp>
    <dsp:sp modelId="{02F10668-E6E4-4830-965B-B0CE693A45A3}">
      <dsp:nvSpPr>
        <dsp:cNvPr id="0" name=""/>
        <dsp:cNvSpPr/>
      </dsp:nvSpPr>
      <dsp:spPr>
        <a:xfrm>
          <a:off x="4248789" y="1999848"/>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BA8443CE-563D-4D3B-B359-C3AD724B0A7A}">
      <dsp:nvSpPr>
        <dsp:cNvPr id="0" name=""/>
        <dsp:cNvSpPr/>
      </dsp:nvSpPr>
      <dsp:spPr>
        <a:xfrm rot="5400000">
          <a:off x="4240574" y="2837712"/>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1C4A27-3B12-41E5-BDCB-2332F80D84B8}">
      <dsp:nvSpPr>
        <dsp:cNvPr id="0" name=""/>
        <dsp:cNvSpPr/>
      </dsp:nvSpPr>
      <dsp:spPr>
        <a:xfrm>
          <a:off x="4144883" y="2437336"/>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Assign Technician</a:t>
          </a:r>
          <a:endParaRPr lang="en-US" sz="700" kern="1200"/>
        </a:p>
      </dsp:txBody>
      <dsp:txXfrm>
        <a:off x="4165662" y="2458115"/>
        <a:ext cx="566456" cy="384032"/>
      </dsp:txXfrm>
    </dsp:sp>
    <dsp:sp modelId="{86275A04-7899-4D9F-9C9B-50F1AAEAC7CA}">
      <dsp:nvSpPr>
        <dsp:cNvPr id="0" name=""/>
        <dsp:cNvSpPr/>
      </dsp:nvSpPr>
      <dsp:spPr>
        <a:xfrm>
          <a:off x="4752898" y="2477926"/>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EB6F4201-D710-46A0-BA65-1093B92164BE}">
      <dsp:nvSpPr>
        <dsp:cNvPr id="0" name=""/>
        <dsp:cNvSpPr/>
      </dsp:nvSpPr>
      <dsp:spPr>
        <a:xfrm rot="5400000">
          <a:off x="4744683" y="3315790"/>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4DCEB5-C639-4307-9A1C-C8230DAFF5BB}">
      <dsp:nvSpPr>
        <dsp:cNvPr id="0" name=""/>
        <dsp:cNvSpPr/>
      </dsp:nvSpPr>
      <dsp:spPr>
        <a:xfrm>
          <a:off x="4648992" y="2915415"/>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Technician</a:t>
          </a:r>
          <a:endParaRPr lang="en-US" sz="700" kern="1200"/>
        </a:p>
      </dsp:txBody>
      <dsp:txXfrm>
        <a:off x="4669771" y="2936194"/>
        <a:ext cx="566456" cy="384032"/>
      </dsp:txXfrm>
    </dsp:sp>
    <dsp:sp modelId="{2A5C8E6E-E809-42F8-8418-53FEFD040D91}">
      <dsp:nvSpPr>
        <dsp:cNvPr id="0" name=""/>
        <dsp:cNvSpPr/>
      </dsp:nvSpPr>
      <dsp:spPr>
        <a:xfrm>
          <a:off x="5257006" y="2956005"/>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56D2ADC2-310F-4A4D-A9E4-85819E6A065B}">
      <dsp:nvSpPr>
        <dsp:cNvPr id="0" name=""/>
        <dsp:cNvSpPr/>
      </dsp:nvSpPr>
      <dsp:spPr>
        <a:xfrm rot="5400000">
          <a:off x="5248791" y="3793869"/>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BC8BDE-7922-4C38-888E-C8547B6B9D2A}">
      <dsp:nvSpPr>
        <dsp:cNvPr id="0" name=""/>
        <dsp:cNvSpPr/>
      </dsp:nvSpPr>
      <dsp:spPr>
        <a:xfrm>
          <a:off x="5153100" y="3393493"/>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Inspect Device</a:t>
          </a:r>
          <a:endParaRPr lang="en-US" sz="700" kern="1200"/>
        </a:p>
      </dsp:txBody>
      <dsp:txXfrm>
        <a:off x="5173879" y="3414272"/>
        <a:ext cx="566456" cy="384032"/>
      </dsp:txXfrm>
    </dsp:sp>
    <dsp:sp modelId="{D3066F8B-43E0-46BC-9C48-B81357E5DEE2}">
      <dsp:nvSpPr>
        <dsp:cNvPr id="0" name=""/>
        <dsp:cNvSpPr/>
      </dsp:nvSpPr>
      <dsp:spPr>
        <a:xfrm>
          <a:off x="5761115" y="3434083"/>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F79A102C-881E-4EDB-BD76-25853DF1192B}">
      <dsp:nvSpPr>
        <dsp:cNvPr id="0" name=""/>
        <dsp:cNvSpPr/>
      </dsp:nvSpPr>
      <dsp:spPr>
        <a:xfrm rot="5400000">
          <a:off x="5752900" y="4271947"/>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112540-329F-4E73-BFA7-7CE4A19DD7B9}">
      <dsp:nvSpPr>
        <dsp:cNvPr id="0" name=""/>
        <dsp:cNvSpPr/>
      </dsp:nvSpPr>
      <dsp:spPr>
        <a:xfrm>
          <a:off x="5657209" y="3871572"/>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Repair Device</a:t>
          </a:r>
          <a:endParaRPr lang="en-US" sz="700" kern="1200"/>
        </a:p>
      </dsp:txBody>
      <dsp:txXfrm>
        <a:off x="5677988" y="3892351"/>
        <a:ext cx="566456" cy="384032"/>
      </dsp:txXfrm>
    </dsp:sp>
    <dsp:sp modelId="{F7414DEC-E703-4082-9149-95E9FFBD4623}">
      <dsp:nvSpPr>
        <dsp:cNvPr id="0" name=""/>
        <dsp:cNvSpPr/>
      </dsp:nvSpPr>
      <dsp:spPr>
        <a:xfrm>
          <a:off x="6265224" y="3912162"/>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6D1744BE-EFAB-4F94-9BC6-8272FC40F2CF}">
      <dsp:nvSpPr>
        <dsp:cNvPr id="0" name=""/>
        <dsp:cNvSpPr/>
      </dsp:nvSpPr>
      <dsp:spPr>
        <a:xfrm rot="5400000">
          <a:off x="6257008" y="4750026"/>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35907A-776C-4402-B21B-8900CF61DB48}">
      <dsp:nvSpPr>
        <dsp:cNvPr id="0" name=""/>
        <dsp:cNvSpPr/>
      </dsp:nvSpPr>
      <dsp:spPr>
        <a:xfrm>
          <a:off x="6161318" y="4349650"/>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Update Repair Status</a:t>
          </a:r>
          <a:endParaRPr lang="en-US" sz="700" kern="1200"/>
        </a:p>
      </dsp:txBody>
      <dsp:txXfrm>
        <a:off x="6182097" y="4370429"/>
        <a:ext cx="566456" cy="384032"/>
      </dsp:txXfrm>
    </dsp:sp>
    <dsp:sp modelId="{7EF8AB0F-A282-40E1-B34C-D6951F04D83F}">
      <dsp:nvSpPr>
        <dsp:cNvPr id="0" name=""/>
        <dsp:cNvSpPr/>
      </dsp:nvSpPr>
      <dsp:spPr>
        <a:xfrm>
          <a:off x="6769332" y="4390240"/>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61138192-6F39-43C2-BB15-59F4BDB1272E}">
      <dsp:nvSpPr>
        <dsp:cNvPr id="0" name=""/>
        <dsp:cNvSpPr/>
      </dsp:nvSpPr>
      <dsp:spPr>
        <a:xfrm rot="5400000">
          <a:off x="6761117" y="5228104"/>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8377F6-2590-498C-8133-8B173DD200AB}">
      <dsp:nvSpPr>
        <dsp:cNvPr id="0" name=""/>
        <dsp:cNvSpPr/>
      </dsp:nvSpPr>
      <dsp:spPr>
        <a:xfrm>
          <a:off x="6665426" y="4827729"/>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Reception Staff</a:t>
          </a:r>
          <a:endParaRPr lang="en-US" sz="700" kern="1200"/>
        </a:p>
      </dsp:txBody>
      <dsp:txXfrm>
        <a:off x="6686205" y="4848508"/>
        <a:ext cx="566456" cy="384032"/>
      </dsp:txXfrm>
    </dsp:sp>
    <dsp:sp modelId="{3E3980D6-C7A2-4784-B859-C983BBDA6BAD}">
      <dsp:nvSpPr>
        <dsp:cNvPr id="0" name=""/>
        <dsp:cNvSpPr/>
      </dsp:nvSpPr>
      <dsp:spPr>
        <a:xfrm>
          <a:off x="7273441" y="4868319"/>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D2E70F29-178D-48D3-9C14-7DFE90FB9895}">
      <dsp:nvSpPr>
        <dsp:cNvPr id="0" name=""/>
        <dsp:cNvSpPr/>
      </dsp:nvSpPr>
      <dsp:spPr>
        <a:xfrm rot="5400000">
          <a:off x="7265226" y="5706183"/>
          <a:ext cx="361180" cy="411190"/>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1D8492-E4B5-43DA-8007-093C23C30627}">
      <dsp:nvSpPr>
        <dsp:cNvPr id="0" name=""/>
        <dsp:cNvSpPr/>
      </dsp:nvSpPr>
      <dsp:spPr>
        <a:xfrm>
          <a:off x="7169535" y="5305807"/>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Receive Payment</a:t>
          </a:r>
          <a:endParaRPr lang="en-US" sz="700" kern="1200"/>
        </a:p>
      </dsp:txBody>
      <dsp:txXfrm>
        <a:off x="7190314" y="5326586"/>
        <a:ext cx="566456" cy="384032"/>
      </dsp:txXfrm>
    </dsp:sp>
    <dsp:sp modelId="{EF5B1A49-79A4-42E9-AD1C-1368E5B57ED6}">
      <dsp:nvSpPr>
        <dsp:cNvPr id="0" name=""/>
        <dsp:cNvSpPr/>
      </dsp:nvSpPr>
      <dsp:spPr>
        <a:xfrm>
          <a:off x="7777549" y="5346397"/>
          <a:ext cx="442211" cy="343980"/>
        </a:xfrm>
        <a:prstGeom prst="rect">
          <a:avLst/>
        </a:prstGeom>
        <a:noFill/>
        <a:ln>
          <a:noFill/>
        </a:ln>
        <a:effectLst/>
      </dsp:spPr>
      <dsp:style>
        <a:lnRef idx="0">
          <a:scrgbClr r="0" g="0" b="0"/>
        </a:lnRef>
        <a:fillRef idx="0">
          <a:scrgbClr r="0" g="0" b="0"/>
        </a:fillRef>
        <a:effectRef idx="0">
          <a:scrgbClr r="0" g="0" b="0"/>
        </a:effectRef>
        <a:fontRef idx="minor"/>
      </dsp:style>
    </dsp:sp>
    <dsp:sp modelId="{9B9ADE5F-7410-4965-8C80-2615BBFDA4F1}">
      <dsp:nvSpPr>
        <dsp:cNvPr id="0" name=""/>
        <dsp:cNvSpPr/>
      </dsp:nvSpPr>
      <dsp:spPr>
        <a:xfrm>
          <a:off x="7673644" y="5783886"/>
          <a:ext cx="608014" cy="425590"/>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311150" rtl="0">
            <a:lnSpc>
              <a:spcPct val="90000"/>
            </a:lnSpc>
            <a:spcBef>
              <a:spcPct val="0"/>
            </a:spcBef>
            <a:spcAft>
              <a:spcPct val="35000"/>
            </a:spcAft>
          </a:pPr>
          <a:r>
            <a:rPr lang="en-US" sz="700" kern="1200" smtClean="0"/>
            <a:t>Return Device to Customer</a:t>
          </a:r>
          <a:endParaRPr lang="en-US" sz="700" kern="1200"/>
        </a:p>
      </dsp:txBody>
      <dsp:txXfrm>
        <a:off x="7694423" y="5804665"/>
        <a:ext cx="566456" cy="384032"/>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75F274B-5CC0-4115-AAE0-BC46859DD10D}" type="datetimeFigureOut">
              <a:rPr lang="en-US" smtClean="0"/>
              <a:t>7/14/2026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2866135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5F274B-5CC0-4115-AAE0-BC46859DD10D}"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3727393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75F274B-5CC0-4115-AAE0-BC46859DD10D}"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2160409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4164756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5F274B-5CC0-4115-AAE0-BC46859DD10D}"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349266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75F274B-5CC0-4115-AAE0-BC46859DD10D}"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347277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F274B-5CC0-4115-AAE0-BC46859DD10D}"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371099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3448717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2816462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838365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1537560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72075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5F274B-5CC0-4115-AAE0-BC46859DD10D}"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1284565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75F274B-5CC0-4115-AAE0-BC46859DD10D}"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595344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75F274B-5CC0-4115-AAE0-BC46859DD10D}"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410069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5F274B-5CC0-4115-AAE0-BC46859DD10D}"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534710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5F274B-5CC0-4115-AAE0-BC46859DD10D}"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02CA9-6305-4921-B5D0-904702EF5D79}" type="slidenum">
              <a:rPr lang="en-US" smtClean="0"/>
              <a:t>‹#›</a:t>
            </a:fld>
            <a:endParaRPr lang="en-US"/>
          </a:p>
        </p:txBody>
      </p:sp>
    </p:spTree>
    <p:extLst>
      <p:ext uri="{BB962C8B-B14F-4D97-AF65-F5344CB8AC3E}">
        <p14:creationId xmlns:p14="http://schemas.microsoft.com/office/powerpoint/2010/main" val="1416078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75F274B-5CC0-4115-AAE0-BC46859DD10D}" type="datetimeFigureOut">
              <a:rPr lang="en-US" smtClean="0"/>
              <a:t>7/14/2026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2102CA9-6305-4921-B5D0-904702EF5D79}" type="slidenum">
              <a:rPr lang="en-US" smtClean="0"/>
              <a:t>‹#›</a:t>
            </a:fld>
            <a:endParaRPr lang="en-US"/>
          </a:p>
        </p:txBody>
      </p:sp>
    </p:spTree>
    <p:extLst>
      <p:ext uri="{BB962C8B-B14F-4D97-AF65-F5344CB8AC3E}">
        <p14:creationId xmlns:p14="http://schemas.microsoft.com/office/powerpoint/2010/main" val="571526524"/>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1122363"/>
            <a:ext cx="8791575" cy="1352323"/>
          </a:xfrm>
        </p:spPr>
        <p:txBody>
          <a:bodyPr/>
          <a:lstStyle/>
          <a:p>
            <a:r>
              <a:rPr lang="en-US" dirty="0" smtClean="0"/>
              <a:t>PROJECT TITLE :</a:t>
            </a:r>
            <a:endParaRPr lang="en-US" dirty="0"/>
          </a:p>
        </p:txBody>
      </p:sp>
      <p:sp>
        <p:nvSpPr>
          <p:cNvPr id="3" name="Subtitle 2"/>
          <p:cNvSpPr>
            <a:spLocks noGrp="1"/>
          </p:cNvSpPr>
          <p:nvPr>
            <p:ph type="subTitle" idx="1"/>
          </p:nvPr>
        </p:nvSpPr>
        <p:spPr>
          <a:xfrm>
            <a:off x="1876424" y="2583543"/>
            <a:ext cx="8791575" cy="3120571"/>
          </a:xfrm>
        </p:spPr>
        <p:txBody>
          <a:bodyPr>
            <a:normAutofit/>
          </a:bodyPr>
          <a:lstStyle/>
          <a:p>
            <a:r>
              <a:rPr lang="en-US" dirty="0" smtClean="0"/>
              <a:t>Mobile Phone Repair Management System</a:t>
            </a:r>
          </a:p>
          <a:p>
            <a:r>
              <a:rPr lang="en-US" dirty="0" smtClean="0"/>
              <a:t>Student Name: Osama </a:t>
            </a:r>
            <a:r>
              <a:rPr lang="en-US" dirty="0" err="1" smtClean="0"/>
              <a:t>Aidrous</a:t>
            </a:r>
            <a:r>
              <a:rPr lang="en-US" dirty="0" smtClean="0"/>
              <a:t> AHMED ALI</a:t>
            </a:r>
          </a:p>
          <a:p>
            <a:r>
              <a:rPr lang="en-US" dirty="0" smtClean="0"/>
              <a:t>Student ID: 28264/2024</a:t>
            </a:r>
          </a:p>
          <a:p>
            <a:r>
              <a:rPr lang="en-US" dirty="0" smtClean="0"/>
              <a:t>Course: DPR400210 – Database Programming with Oracle Database</a:t>
            </a:r>
          </a:p>
          <a:p>
            <a:r>
              <a:rPr lang="en-US" dirty="0"/>
              <a:t>LECTURER: Mr. MANIRAGUHA Eric</a:t>
            </a:r>
          </a:p>
        </p:txBody>
      </p:sp>
    </p:spTree>
    <p:extLst>
      <p:ext uri="{BB962C8B-B14F-4D97-AF65-F5344CB8AC3E}">
        <p14:creationId xmlns:p14="http://schemas.microsoft.com/office/powerpoint/2010/main" val="362238727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q"/>
            </a:pPr>
            <a:r>
              <a:rPr lang="en-US" dirty="0" smtClean="0"/>
              <a:t>Problem Definition</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Many </a:t>
            </a:r>
            <a:r>
              <a:rPr lang="en-US" dirty="0"/>
              <a:t>mobile phone repair shops still rely on manual methods to manage customer information, repair requests, spare parts, and payments. This often leads to lost records, delays in repair services, inventory management problems, and difficulty tracking completed and pending </a:t>
            </a:r>
            <a:r>
              <a:rPr lang="en-US" dirty="0" smtClean="0"/>
              <a:t>repairs.</a:t>
            </a:r>
          </a:p>
          <a:p>
            <a:r>
              <a:rPr lang="en-US" b="1" dirty="0" smtClean="0"/>
              <a:t>Context </a:t>
            </a:r>
            <a:r>
              <a:rPr lang="en-US" b="1" dirty="0"/>
              <a:t>of </a:t>
            </a:r>
            <a:r>
              <a:rPr lang="en-US" b="1" dirty="0" smtClean="0"/>
              <a:t>Use:</a:t>
            </a:r>
          </a:p>
          <a:p>
            <a:pPr marL="0" indent="0">
              <a:buNone/>
            </a:pPr>
            <a:r>
              <a:rPr lang="en-US" dirty="0" smtClean="0"/>
              <a:t>This </a:t>
            </a:r>
            <a:r>
              <a:rPr lang="en-US" dirty="0"/>
              <a:t>system is designed for mobile phone repair shops. It helps staff manage customer information, register repair requests, assign technicians, monitor repair progress, manage spare parts, and process payments using an Oracle Database system.</a:t>
            </a:r>
          </a:p>
        </p:txBody>
      </p:sp>
    </p:spTree>
    <p:extLst>
      <p:ext uri="{BB962C8B-B14F-4D97-AF65-F5344CB8AC3E}">
        <p14:creationId xmlns:p14="http://schemas.microsoft.com/office/powerpoint/2010/main" val="69839101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29711"/>
          </a:xfrm>
        </p:spPr>
        <p:txBody>
          <a:bodyPr/>
          <a:lstStyle/>
          <a:p>
            <a:r>
              <a:rPr lang="en-US" dirty="0"/>
              <a:t>Target </a:t>
            </a:r>
            <a:r>
              <a:rPr lang="en-US" dirty="0" smtClean="0"/>
              <a:t>Users </a:t>
            </a:r>
            <a:endParaRPr lang="en-US" dirty="0"/>
          </a:p>
        </p:txBody>
      </p:sp>
      <p:sp>
        <p:nvSpPr>
          <p:cNvPr id="3" name="Content Placeholder 2"/>
          <p:cNvSpPr>
            <a:spLocks noGrp="1"/>
          </p:cNvSpPr>
          <p:nvPr>
            <p:ph idx="1"/>
          </p:nvPr>
        </p:nvSpPr>
        <p:spPr>
          <a:xfrm>
            <a:off x="1243012" y="1248230"/>
            <a:ext cx="9905999" cy="5609770"/>
          </a:xfrm>
        </p:spPr>
        <p:txBody>
          <a:bodyPr>
            <a:normAutofit fontScale="62500" lnSpcReduction="20000"/>
          </a:bodyPr>
          <a:lstStyle/>
          <a:p>
            <a:pPr marL="0" indent="0">
              <a:buNone/>
            </a:pPr>
            <a:r>
              <a:rPr lang="en-US" dirty="0" smtClean="0"/>
              <a:t>Shop Administrator, Reception Staff ,Technicians , Store Manager.</a:t>
            </a:r>
          </a:p>
          <a:p>
            <a:r>
              <a:rPr lang="en-US" sz="4200" b="1" dirty="0" smtClean="0"/>
              <a:t>Project Objectives</a:t>
            </a:r>
          </a:p>
          <a:p>
            <a:pPr marL="0" indent="0">
              <a:buNone/>
            </a:pPr>
            <a:r>
              <a:rPr lang="en-US" dirty="0" smtClean="0"/>
              <a:t>1. Store </a:t>
            </a:r>
            <a:r>
              <a:rPr lang="en-US" dirty="0"/>
              <a:t>customer and device information</a:t>
            </a:r>
            <a:r>
              <a:rPr lang="en-US" dirty="0" smtClean="0"/>
              <a:t>.</a:t>
            </a:r>
          </a:p>
          <a:p>
            <a:pPr marL="0" indent="0">
              <a:buNone/>
            </a:pPr>
            <a:r>
              <a:rPr lang="en-US" dirty="0" smtClean="0"/>
              <a:t>2. Manage </a:t>
            </a:r>
            <a:r>
              <a:rPr lang="en-US" dirty="0"/>
              <a:t>repair requests efficiently</a:t>
            </a:r>
            <a:r>
              <a:rPr lang="en-US" dirty="0" smtClean="0"/>
              <a:t>.</a:t>
            </a:r>
          </a:p>
          <a:p>
            <a:pPr marL="0" indent="0">
              <a:buNone/>
            </a:pPr>
            <a:r>
              <a:rPr lang="en-US" dirty="0" smtClean="0"/>
              <a:t>3. Track </a:t>
            </a:r>
            <a:r>
              <a:rPr lang="en-US" dirty="0"/>
              <a:t>repair status</a:t>
            </a:r>
            <a:r>
              <a:rPr lang="en-US" dirty="0" smtClean="0"/>
              <a:t>.</a:t>
            </a:r>
          </a:p>
          <a:p>
            <a:pPr marL="0" indent="0">
              <a:buNone/>
            </a:pPr>
            <a:r>
              <a:rPr lang="en-US" dirty="0" smtClean="0"/>
              <a:t>4. Manage </a:t>
            </a:r>
            <a:r>
              <a:rPr lang="en-US" dirty="0"/>
              <a:t>spare parts inventory</a:t>
            </a:r>
            <a:r>
              <a:rPr lang="en-US" dirty="0" smtClean="0"/>
              <a:t>.</a:t>
            </a:r>
          </a:p>
          <a:p>
            <a:pPr marL="0" indent="0">
              <a:buNone/>
            </a:pPr>
            <a:r>
              <a:rPr lang="en-US" dirty="0" smtClean="0"/>
              <a:t>5. Record </a:t>
            </a:r>
            <a:r>
              <a:rPr lang="en-US" dirty="0"/>
              <a:t>customer payments</a:t>
            </a:r>
            <a:r>
              <a:rPr lang="en-US" dirty="0" smtClean="0"/>
              <a:t>.</a:t>
            </a:r>
          </a:p>
          <a:p>
            <a:pPr marL="0" indent="0">
              <a:buNone/>
            </a:pPr>
            <a:r>
              <a:rPr lang="en-US" dirty="0" smtClean="0"/>
              <a:t>6. Generate </a:t>
            </a:r>
            <a:r>
              <a:rPr lang="en-US" dirty="0"/>
              <a:t>accurate reports</a:t>
            </a:r>
            <a:r>
              <a:rPr lang="en-US" dirty="0" smtClean="0"/>
              <a:t>.</a:t>
            </a:r>
          </a:p>
          <a:p>
            <a:r>
              <a:rPr lang="en-US" sz="4200" b="1" dirty="0" smtClean="0"/>
              <a:t>Expected Benefits</a:t>
            </a:r>
          </a:p>
          <a:p>
            <a:pPr marL="0" indent="0">
              <a:buNone/>
            </a:pPr>
            <a:r>
              <a:rPr lang="en-US" dirty="0" smtClean="0"/>
              <a:t>1. Reduce </a:t>
            </a:r>
            <a:r>
              <a:rPr lang="en-US" dirty="0"/>
              <a:t>manual errors</a:t>
            </a:r>
            <a:r>
              <a:rPr lang="en-US" dirty="0" smtClean="0"/>
              <a:t>.</a:t>
            </a:r>
          </a:p>
          <a:p>
            <a:pPr marL="0" indent="0">
              <a:buNone/>
            </a:pPr>
            <a:r>
              <a:rPr lang="en-US" dirty="0" smtClean="0"/>
              <a:t>2. Improve </a:t>
            </a:r>
            <a:r>
              <a:rPr lang="en-US" dirty="0"/>
              <a:t>repair tracking</a:t>
            </a:r>
            <a:r>
              <a:rPr lang="en-US" dirty="0" smtClean="0"/>
              <a:t>.</a:t>
            </a:r>
          </a:p>
          <a:p>
            <a:pPr marL="0" indent="0">
              <a:buNone/>
            </a:pPr>
            <a:r>
              <a:rPr lang="en-US" dirty="0" smtClean="0"/>
              <a:t>3. Increase </a:t>
            </a:r>
            <a:r>
              <a:rPr lang="en-US" dirty="0"/>
              <a:t>service efficiency</a:t>
            </a:r>
            <a:r>
              <a:rPr lang="en-US" dirty="0" smtClean="0"/>
              <a:t>.</a:t>
            </a:r>
          </a:p>
          <a:p>
            <a:pPr marL="0" indent="0">
              <a:buNone/>
            </a:pPr>
            <a:r>
              <a:rPr lang="en-US" dirty="0" smtClean="0"/>
              <a:t>4. Better </a:t>
            </a:r>
            <a:r>
              <a:rPr lang="en-US" dirty="0"/>
              <a:t>inventory management</a:t>
            </a:r>
            <a:r>
              <a:rPr lang="en-US" dirty="0" smtClean="0"/>
              <a:t>.</a:t>
            </a:r>
          </a:p>
          <a:p>
            <a:pPr marL="0" indent="0">
              <a:buNone/>
            </a:pPr>
            <a:r>
              <a:rPr lang="en-US" dirty="0" smtClean="0"/>
              <a:t>5. Faster </a:t>
            </a:r>
            <a:r>
              <a:rPr lang="en-US" dirty="0"/>
              <a:t>access to customer and repair records.</a:t>
            </a:r>
          </a:p>
        </p:txBody>
      </p:sp>
    </p:spTree>
    <p:extLst>
      <p:ext uri="{BB962C8B-B14F-4D97-AF65-F5344CB8AC3E}">
        <p14:creationId xmlns:p14="http://schemas.microsoft.com/office/powerpoint/2010/main" val="36963930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537411"/>
          </a:xfrm>
        </p:spPr>
        <p:txBody>
          <a:bodyPr>
            <a:normAutofit fontScale="90000"/>
          </a:bodyPr>
          <a:lstStyle/>
          <a:p>
            <a:pPr marL="571500" indent="-571500">
              <a:buFont typeface="Wingdings" panose="05000000000000000000" pitchFamily="2" charset="2"/>
              <a:buChar char="q"/>
            </a:pPr>
            <a:r>
              <a:rPr lang="en-US" dirty="0" smtClean="0"/>
              <a:t>Business process model (</a:t>
            </a:r>
            <a:r>
              <a:rPr lang="en-US" dirty="0" err="1" smtClean="0"/>
              <a:t>bpmn</a:t>
            </a:r>
            <a:r>
              <a:rPr lang="en-US" dirty="0" smtClean="0"/>
              <a: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27933550"/>
              </p:ext>
            </p:extLst>
          </p:nvPr>
        </p:nvGraphicFramePr>
        <p:xfrm>
          <a:off x="1141412" y="537410"/>
          <a:ext cx="9905999" cy="62564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363039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q"/>
            </a:pPr>
            <a:r>
              <a:rPr lang="en-US" dirty="0" smtClean="0"/>
              <a:t>Business process explanation</a:t>
            </a:r>
            <a:endParaRPr lang="en-US" dirty="0"/>
          </a:p>
        </p:txBody>
      </p:sp>
      <p:sp>
        <p:nvSpPr>
          <p:cNvPr id="3" name="Content Placeholder 2"/>
          <p:cNvSpPr>
            <a:spLocks noGrp="1"/>
          </p:cNvSpPr>
          <p:nvPr>
            <p:ph idx="1"/>
          </p:nvPr>
        </p:nvSpPr>
        <p:spPr/>
        <p:txBody>
          <a:bodyPr>
            <a:normAutofit fontScale="92500"/>
          </a:bodyPr>
          <a:lstStyle/>
          <a:p>
            <a:r>
              <a:rPr lang="en-US" dirty="0"/>
              <a:t>The repair process begins when a customer brings a mobile phone to the repair shop and submits a repair request. The reception staff registers the customer's information and the device details in the system. The administrator then assigns the repair task to a technician. The technician inspects the device, performs the required repair, and updates the repair status. If spare parts are needed, they are recorded in the system. After the repair is completed, the reception staff processes the payment and returns the repaired device to the customer. All transactions are securely stored in the Oracle Database for tracking, reporting, and auditing purposes.</a:t>
            </a:r>
          </a:p>
        </p:txBody>
      </p:sp>
    </p:spTree>
    <p:extLst>
      <p:ext uri="{BB962C8B-B14F-4D97-AF65-F5344CB8AC3E}">
        <p14:creationId xmlns:p14="http://schemas.microsoft.com/office/powerpoint/2010/main" val="509975069"/>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1637" y="215900"/>
            <a:ext cx="9845552" cy="6561138"/>
          </a:xfrm>
        </p:spPr>
      </p:pic>
    </p:spTree>
    <p:extLst>
      <p:ext uri="{BB962C8B-B14F-4D97-AF65-F5344CB8AC3E}">
        <p14:creationId xmlns:p14="http://schemas.microsoft.com/office/powerpoint/2010/main" val="346198259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489284"/>
          </a:xfrm>
        </p:spPr>
        <p:txBody>
          <a:bodyPr>
            <a:normAutofit fontScale="90000"/>
          </a:bodyPr>
          <a:lstStyle/>
          <a:p>
            <a:pPr marL="571500" indent="-571500">
              <a:buFont typeface="Wingdings" panose="05000000000000000000" pitchFamily="2" charset="2"/>
              <a:buChar char="q"/>
            </a:pPr>
            <a:r>
              <a:rPr lang="en-US" dirty="0" smtClean="0"/>
              <a:t>Database tables &amp; relationships </a:t>
            </a:r>
            <a:endParaRPr lang="en-US" dirty="0"/>
          </a:p>
        </p:txBody>
      </p:sp>
      <p:sp>
        <p:nvSpPr>
          <p:cNvPr id="3" name="Content Placeholder 2"/>
          <p:cNvSpPr>
            <a:spLocks noGrp="1"/>
          </p:cNvSpPr>
          <p:nvPr>
            <p:ph idx="1"/>
          </p:nvPr>
        </p:nvSpPr>
        <p:spPr>
          <a:xfrm>
            <a:off x="1141412" y="433137"/>
            <a:ext cx="9905999" cy="6424863"/>
          </a:xfrm>
        </p:spPr>
        <p:txBody>
          <a:bodyPr>
            <a:normAutofit fontScale="62500" lnSpcReduction="20000"/>
          </a:bodyPr>
          <a:lstStyle/>
          <a:p>
            <a:r>
              <a:rPr lang="en-US" sz="3200" b="1" dirty="0"/>
              <a:t>Database Tables</a:t>
            </a:r>
          </a:p>
          <a:p>
            <a:pPr marL="457200" indent="-457200">
              <a:buFont typeface="+mj-lt"/>
              <a:buAutoNum type="arabicPeriod"/>
            </a:pPr>
            <a:r>
              <a:rPr lang="en-US" dirty="0"/>
              <a:t>Customers</a:t>
            </a:r>
          </a:p>
          <a:p>
            <a:pPr marL="457200" indent="-457200">
              <a:buFont typeface="+mj-lt"/>
              <a:buAutoNum type="arabicPeriod"/>
            </a:pPr>
            <a:r>
              <a:rPr lang="en-US" dirty="0"/>
              <a:t>Devices</a:t>
            </a:r>
          </a:p>
          <a:p>
            <a:pPr marL="457200" indent="-457200">
              <a:buFont typeface="+mj-lt"/>
              <a:buAutoNum type="arabicPeriod"/>
            </a:pPr>
            <a:r>
              <a:rPr lang="en-US" dirty="0"/>
              <a:t>Technicians</a:t>
            </a:r>
          </a:p>
          <a:p>
            <a:pPr marL="457200" indent="-457200">
              <a:buFont typeface="+mj-lt"/>
              <a:buAutoNum type="arabicPeriod"/>
            </a:pPr>
            <a:r>
              <a:rPr lang="en-US" dirty="0" smtClean="0"/>
              <a:t>Repair Requests</a:t>
            </a:r>
            <a:endParaRPr lang="en-US" dirty="0"/>
          </a:p>
          <a:p>
            <a:pPr marL="457200" indent="-457200">
              <a:buFont typeface="+mj-lt"/>
              <a:buAutoNum type="arabicPeriod"/>
            </a:pPr>
            <a:r>
              <a:rPr lang="en-US" dirty="0" smtClean="0"/>
              <a:t>Spare Parts</a:t>
            </a:r>
            <a:endParaRPr lang="en-US" dirty="0"/>
          </a:p>
          <a:p>
            <a:pPr marL="457200" indent="-457200">
              <a:buFont typeface="+mj-lt"/>
              <a:buAutoNum type="arabicPeriod"/>
            </a:pPr>
            <a:r>
              <a:rPr lang="en-US" dirty="0" smtClean="0"/>
              <a:t>Repair Parts</a:t>
            </a:r>
            <a:endParaRPr lang="en-US" dirty="0"/>
          </a:p>
          <a:p>
            <a:pPr marL="457200" indent="-457200">
              <a:buFont typeface="+mj-lt"/>
              <a:buAutoNum type="arabicPeriod"/>
            </a:pPr>
            <a:r>
              <a:rPr lang="en-US" dirty="0"/>
              <a:t>Payments</a:t>
            </a:r>
          </a:p>
          <a:p>
            <a:pPr marL="457200" indent="-457200">
              <a:buFont typeface="+mj-lt"/>
              <a:buAutoNum type="arabicPeriod"/>
            </a:pPr>
            <a:r>
              <a:rPr lang="en-US" dirty="0" smtClean="0"/>
              <a:t>Audit Log</a:t>
            </a:r>
            <a:endParaRPr lang="en-US" dirty="0"/>
          </a:p>
          <a:p>
            <a:r>
              <a:rPr lang="en-US" sz="3200" b="1" dirty="0"/>
              <a:t>Relationships</a:t>
            </a:r>
          </a:p>
          <a:p>
            <a:pPr>
              <a:buFont typeface="Courier New" panose="02070309020205020404" pitchFamily="49" charset="0"/>
              <a:buChar char="o"/>
            </a:pPr>
            <a:r>
              <a:rPr lang="en-US" dirty="0"/>
              <a:t>One Customer can own many Devices.</a:t>
            </a:r>
          </a:p>
          <a:p>
            <a:pPr>
              <a:buFont typeface="Courier New" panose="02070309020205020404" pitchFamily="49" charset="0"/>
              <a:buChar char="o"/>
            </a:pPr>
            <a:r>
              <a:rPr lang="en-US" dirty="0"/>
              <a:t>One Device can have many Repair Requests.</a:t>
            </a:r>
          </a:p>
          <a:p>
            <a:pPr>
              <a:buFont typeface="Courier New" panose="02070309020205020404" pitchFamily="49" charset="0"/>
              <a:buChar char="o"/>
            </a:pPr>
            <a:r>
              <a:rPr lang="en-US" dirty="0"/>
              <a:t>One Technician can handle many Repair Requests.</a:t>
            </a:r>
          </a:p>
          <a:p>
            <a:pPr>
              <a:buFont typeface="Courier New" panose="02070309020205020404" pitchFamily="49" charset="0"/>
              <a:buChar char="o"/>
            </a:pPr>
            <a:r>
              <a:rPr lang="en-US" dirty="0"/>
              <a:t>One Repair Request can use many Spare Parts.</a:t>
            </a:r>
          </a:p>
          <a:p>
            <a:pPr>
              <a:buFont typeface="Courier New" panose="02070309020205020404" pitchFamily="49" charset="0"/>
              <a:buChar char="o"/>
            </a:pPr>
            <a:r>
              <a:rPr lang="en-US" dirty="0"/>
              <a:t>One Repair Request can have one or more Payments.</a:t>
            </a:r>
          </a:p>
          <a:p>
            <a:r>
              <a:rPr lang="en-US" sz="3200" b="1" dirty="0"/>
              <a:t>Normalization</a:t>
            </a:r>
          </a:p>
          <a:p>
            <a:pPr marL="0" indent="0">
              <a:buNone/>
            </a:pPr>
            <a:r>
              <a:rPr lang="en-US" dirty="0" smtClean="0"/>
              <a:t>     The </a:t>
            </a:r>
            <a:r>
              <a:rPr lang="en-US" dirty="0"/>
              <a:t>database is normalized up to the Third Normal Form (3NF) to eliminate data redundancy and improve data integrity.</a:t>
            </a:r>
          </a:p>
        </p:txBody>
      </p:sp>
    </p:spTree>
    <p:extLst>
      <p:ext uri="{BB962C8B-B14F-4D97-AF65-F5344CB8AC3E}">
        <p14:creationId xmlns:p14="http://schemas.microsoft.com/office/powerpoint/2010/main" val="56070045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91440"/>
            <a:ext cx="9905998" cy="482138"/>
          </a:xfrm>
        </p:spPr>
        <p:txBody>
          <a:bodyPr>
            <a:normAutofit fontScale="90000"/>
          </a:bodyPr>
          <a:lstStyle/>
          <a:p>
            <a:pPr marL="571500" indent="-571500">
              <a:buFont typeface="Wingdings" panose="05000000000000000000" pitchFamily="2" charset="2"/>
              <a:buChar char="q"/>
            </a:pPr>
            <a:r>
              <a:rPr lang="en-US" dirty="0" smtClean="0"/>
              <a:t>pl\sql implementation </a:t>
            </a:r>
            <a:endParaRPr lang="en-US" dirty="0"/>
          </a:p>
        </p:txBody>
      </p:sp>
      <p:sp>
        <p:nvSpPr>
          <p:cNvPr id="3" name="Content Placeholder 2"/>
          <p:cNvSpPr>
            <a:spLocks noGrp="1"/>
          </p:cNvSpPr>
          <p:nvPr>
            <p:ph idx="1"/>
          </p:nvPr>
        </p:nvSpPr>
        <p:spPr>
          <a:xfrm>
            <a:off x="1216227" y="723207"/>
            <a:ext cx="9905999" cy="5976851"/>
          </a:xfrm>
        </p:spPr>
        <p:txBody>
          <a:bodyPr>
            <a:normAutofit fontScale="85000" lnSpcReduction="20000"/>
          </a:bodyPr>
          <a:lstStyle/>
          <a:p>
            <a:r>
              <a:rPr lang="en-US" sz="2200" b="1" dirty="0" smtClean="0"/>
              <a:t>Procedures</a:t>
            </a:r>
            <a:r>
              <a:rPr lang="en-US" sz="2200" dirty="0" smtClean="0"/>
              <a:t> </a:t>
            </a:r>
          </a:p>
          <a:p>
            <a:pPr marL="457200" indent="-457200">
              <a:buFont typeface="+mj-lt"/>
              <a:buAutoNum type="arabicPeriod"/>
            </a:pPr>
            <a:r>
              <a:rPr lang="en-US" sz="1000" dirty="0" smtClean="0"/>
              <a:t>Add </a:t>
            </a:r>
            <a:r>
              <a:rPr lang="en-US" sz="1000" dirty="0"/>
              <a:t>Repair </a:t>
            </a:r>
            <a:r>
              <a:rPr lang="en-US" sz="1000" dirty="0" smtClean="0"/>
              <a:t>Request</a:t>
            </a:r>
          </a:p>
          <a:p>
            <a:pPr marL="457200" indent="-457200">
              <a:buFont typeface="+mj-lt"/>
              <a:buAutoNum type="arabicPeriod"/>
            </a:pPr>
            <a:r>
              <a:rPr lang="en-US" sz="1000" dirty="0" smtClean="0"/>
              <a:t>Assign Technician</a:t>
            </a:r>
          </a:p>
          <a:p>
            <a:pPr marL="457200" indent="-457200">
              <a:buFont typeface="+mj-lt"/>
              <a:buAutoNum type="arabicPeriod"/>
            </a:pPr>
            <a:r>
              <a:rPr lang="en-US" sz="1000" dirty="0" smtClean="0"/>
              <a:t>Process Payment </a:t>
            </a:r>
          </a:p>
          <a:p>
            <a:r>
              <a:rPr lang="en-US" sz="2200" b="1" dirty="0" smtClean="0"/>
              <a:t>Functions</a:t>
            </a:r>
          </a:p>
          <a:p>
            <a:pPr>
              <a:buFont typeface="+mj-lt"/>
              <a:buAutoNum type="arabicPeriod"/>
            </a:pPr>
            <a:r>
              <a:rPr lang="en-US" sz="1000" dirty="0" smtClean="0"/>
              <a:t>Calculate Repair Cost</a:t>
            </a:r>
          </a:p>
          <a:p>
            <a:pPr>
              <a:buFont typeface="+mj-lt"/>
              <a:buAutoNum type="arabicPeriod"/>
            </a:pPr>
            <a:r>
              <a:rPr lang="en-US" sz="1000" dirty="0" smtClean="0"/>
              <a:t>Check </a:t>
            </a:r>
            <a:r>
              <a:rPr lang="en-US" sz="1000" dirty="0"/>
              <a:t>Device Repair </a:t>
            </a:r>
            <a:r>
              <a:rPr lang="en-US" sz="1000" dirty="0" smtClean="0"/>
              <a:t>Status  </a:t>
            </a:r>
          </a:p>
          <a:p>
            <a:r>
              <a:rPr lang="en-US" sz="2200" b="1" dirty="0" smtClean="0"/>
              <a:t>Packages</a:t>
            </a:r>
          </a:p>
          <a:p>
            <a:pPr>
              <a:buFont typeface="+mj-lt"/>
              <a:buAutoNum type="arabicPeriod"/>
            </a:pPr>
            <a:r>
              <a:rPr lang="en-US" sz="1000" dirty="0" smtClean="0"/>
              <a:t>Repair </a:t>
            </a:r>
            <a:r>
              <a:rPr lang="en-US" sz="1000" dirty="0"/>
              <a:t>Management </a:t>
            </a:r>
            <a:r>
              <a:rPr lang="en-US" sz="1000" dirty="0" smtClean="0"/>
              <a:t>Package</a:t>
            </a:r>
          </a:p>
          <a:p>
            <a:pPr>
              <a:buFont typeface="+mj-lt"/>
              <a:buAutoNum type="arabicPeriod"/>
            </a:pPr>
            <a:r>
              <a:rPr lang="en-US" sz="1000" dirty="0" smtClean="0"/>
              <a:t>Payment </a:t>
            </a:r>
            <a:r>
              <a:rPr lang="en-US" sz="1000" dirty="0"/>
              <a:t>Management </a:t>
            </a:r>
            <a:r>
              <a:rPr lang="en-US" sz="1000" dirty="0" smtClean="0"/>
              <a:t>Package</a:t>
            </a:r>
          </a:p>
          <a:p>
            <a:r>
              <a:rPr lang="en-US" sz="2200" b="1" dirty="0" smtClean="0"/>
              <a:t>Cursors</a:t>
            </a:r>
          </a:p>
          <a:p>
            <a:pPr>
              <a:buFont typeface="+mj-lt"/>
              <a:buAutoNum type="arabicPeriod"/>
            </a:pPr>
            <a:r>
              <a:rPr lang="en-US" sz="1000" dirty="0" smtClean="0"/>
              <a:t>Display </a:t>
            </a:r>
            <a:r>
              <a:rPr lang="en-US" sz="1000" dirty="0"/>
              <a:t>Pending Repair </a:t>
            </a:r>
            <a:r>
              <a:rPr lang="en-US" sz="1000" dirty="0" smtClean="0"/>
              <a:t>Requests</a:t>
            </a:r>
          </a:p>
          <a:p>
            <a:pPr>
              <a:buFont typeface="+mj-lt"/>
              <a:buAutoNum type="arabicPeriod"/>
            </a:pPr>
            <a:r>
              <a:rPr lang="en-US" sz="1000" dirty="0" smtClean="0"/>
              <a:t>Display </a:t>
            </a:r>
            <a:r>
              <a:rPr lang="en-US" sz="1000" dirty="0"/>
              <a:t>Completed </a:t>
            </a:r>
            <a:r>
              <a:rPr lang="en-US" sz="1000" dirty="0" smtClean="0"/>
              <a:t>Repairs</a:t>
            </a:r>
          </a:p>
          <a:p>
            <a:r>
              <a:rPr lang="en-US" sz="2200" b="1" dirty="0" smtClean="0"/>
              <a:t>Exception Handling</a:t>
            </a:r>
          </a:p>
          <a:p>
            <a:pPr>
              <a:buFont typeface="+mj-lt"/>
              <a:buAutoNum type="arabicPeriod"/>
            </a:pPr>
            <a:r>
              <a:rPr lang="en-US" sz="1000" dirty="0" smtClean="0"/>
              <a:t>Invalid </a:t>
            </a:r>
            <a:r>
              <a:rPr lang="en-US" sz="1000" dirty="0"/>
              <a:t>Repair </a:t>
            </a:r>
            <a:r>
              <a:rPr lang="en-US" sz="1000" dirty="0" smtClean="0"/>
              <a:t>ID</a:t>
            </a:r>
          </a:p>
          <a:p>
            <a:pPr>
              <a:buFont typeface="+mj-lt"/>
              <a:buAutoNum type="arabicPeriod"/>
            </a:pPr>
            <a:r>
              <a:rPr lang="en-US" sz="1000" dirty="0" smtClean="0"/>
              <a:t>Payment Validation</a:t>
            </a:r>
          </a:p>
          <a:p>
            <a:pPr>
              <a:buFont typeface="+mj-lt"/>
              <a:buAutoNum type="arabicPeriod"/>
            </a:pPr>
            <a:r>
              <a:rPr lang="en-US" sz="1000" dirty="0" smtClean="0"/>
              <a:t>Duplicate </a:t>
            </a:r>
            <a:r>
              <a:rPr lang="en-US" sz="1000" dirty="0"/>
              <a:t>Device </a:t>
            </a:r>
            <a:r>
              <a:rPr lang="en-US" sz="1000" dirty="0" smtClean="0"/>
              <a:t>Registration</a:t>
            </a:r>
          </a:p>
          <a:p>
            <a:r>
              <a:rPr lang="en-US" b="1" dirty="0" smtClean="0"/>
              <a:t>Transaction Control</a:t>
            </a:r>
          </a:p>
          <a:p>
            <a:pPr>
              <a:buFont typeface="+mj-lt"/>
              <a:buAutoNum type="arabicPeriod"/>
            </a:pPr>
            <a:r>
              <a:rPr lang="en-US" sz="1000" dirty="0" smtClean="0"/>
              <a:t>COMMIT               2.   ROLLBACK</a:t>
            </a:r>
            <a:endParaRPr lang="en-US" sz="1000" dirty="0"/>
          </a:p>
        </p:txBody>
      </p:sp>
    </p:spTree>
    <p:extLst>
      <p:ext uri="{BB962C8B-B14F-4D97-AF65-F5344CB8AC3E}">
        <p14:creationId xmlns:p14="http://schemas.microsoft.com/office/powerpoint/2010/main" val="329783944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6705" y="56147"/>
            <a:ext cx="3856037" cy="1002632"/>
          </a:xfrm>
        </p:spPr>
        <p:txBody>
          <a:bodyPr>
            <a:normAutofit/>
          </a:bodyPr>
          <a:lstStyle/>
          <a:p>
            <a:r>
              <a:rPr lang="en-US" sz="1600" dirty="0"/>
              <a:t>Advanced Database Programming &amp; Innovation</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7387" y="721895"/>
            <a:ext cx="4549159" cy="5382126"/>
          </a:xfrm>
        </p:spPr>
      </p:pic>
      <p:sp>
        <p:nvSpPr>
          <p:cNvPr id="6" name="Text Placeholder 5"/>
          <p:cNvSpPr>
            <a:spLocks noGrp="1"/>
          </p:cNvSpPr>
          <p:nvPr>
            <p:ph type="body" sz="half" idx="2"/>
          </p:nvPr>
        </p:nvSpPr>
        <p:spPr>
          <a:xfrm>
            <a:off x="1146705" y="1267326"/>
            <a:ext cx="3856037" cy="4523874"/>
          </a:xfrm>
        </p:spPr>
        <p:txBody>
          <a:bodyPr>
            <a:normAutofit fontScale="70000" lnSpcReduction="20000"/>
          </a:bodyPr>
          <a:lstStyle/>
          <a:p>
            <a:r>
              <a:rPr lang="en-US" b="1" dirty="0"/>
              <a:t>Triggers</a:t>
            </a:r>
          </a:p>
          <a:p>
            <a:pPr marL="342900" indent="-342900">
              <a:buFont typeface="+mj-lt"/>
              <a:buAutoNum type="arabicPeriod"/>
            </a:pPr>
            <a:r>
              <a:rPr lang="en-US" dirty="0"/>
              <a:t>Automatically update repair status.</a:t>
            </a:r>
          </a:p>
          <a:p>
            <a:pPr marL="342900" indent="-342900">
              <a:buFont typeface="+mj-lt"/>
              <a:buAutoNum type="arabicPeriod"/>
            </a:pPr>
            <a:r>
              <a:rPr lang="en-US" dirty="0"/>
              <a:t>Record INSERT, UPDATE, and DELETE operations.</a:t>
            </a:r>
          </a:p>
          <a:p>
            <a:pPr marL="342900" indent="-342900">
              <a:buFont typeface="+mj-lt"/>
              <a:buAutoNum type="arabicPeriod"/>
            </a:pPr>
            <a:r>
              <a:rPr lang="en-US" dirty="0"/>
              <a:t>Restrict database modifications during weekdays and public holidays.</a:t>
            </a:r>
          </a:p>
          <a:p>
            <a:r>
              <a:rPr lang="en-US" b="1" dirty="0"/>
              <a:t>Audit &amp; Security</a:t>
            </a:r>
          </a:p>
          <a:p>
            <a:pPr marL="342900" indent="-342900">
              <a:buFont typeface="+mj-lt"/>
              <a:buAutoNum type="arabicPeriod"/>
            </a:pPr>
            <a:r>
              <a:rPr lang="en-US" dirty="0"/>
              <a:t>Track user activities.</a:t>
            </a:r>
          </a:p>
          <a:p>
            <a:pPr marL="342900" indent="-342900">
              <a:buFont typeface="+mj-lt"/>
              <a:buAutoNum type="arabicPeriod"/>
            </a:pPr>
            <a:r>
              <a:rPr lang="en-US" dirty="0"/>
              <a:t>Maintain audit logs.</a:t>
            </a:r>
          </a:p>
          <a:p>
            <a:pPr marL="342900" indent="-342900">
              <a:buFont typeface="+mj-lt"/>
              <a:buAutoNum type="arabicPeriod"/>
            </a:pPr>
            <a:r>
              <a:rPr lang="en-US" dirty="0"/>
              <a:t>Control user access and privileges.</a:t>
            </a:r>
          </a:p>
          <a:p>
            <a:r>
              <a:rPr lang="en-US" b="1" dirty="0"/>
              <a:t>Innovation</a:t>
            </a:r>
          </a:p>
          <a:p>
            <a:pPr marL="457200" indent="-457200">
              <a:buFont typeface="+mj-lt"/>
              <a:buAutoNum type="arabicPeriod"/>
            </a:pPr>
            <a:r>
              <a:rPr lang="en-US" sz="1800" dirty="0"/>
              <a:t>Power BI Dashboard.</a:t>
            </a:r>
          </a:p>
          <a:p>
            <a:pPr marL="457200" indent="-457200">
              <a:buFont typeface="+mj-lt"/>
              <a:buAutoNum type="arabicPeriod"/>
            </a:pPr>
            <a:r>
              <a:rPr lang="en-US" sz="1800" dirty="0"/>
              <a:t>Total Repair Requests Report.</a:t>
            </a:r>
          </a:p>
          <a:p>
            <a:pPr marL="457200" indent="-457200">
              <a:buFont typeface="+mj-lt"/>
              <a:buAutoNum type="arabicPeriod"/>
            </a:pPr>
            <a:r>
              <a:rPr lang="en-US" sz="1800" dirty="0"/>
              <a:t>Monthly Revenue Report.</a:t>
            </a:r>
          </a:p>
          <a:p>
            <a:pPr marL="457200" indent="-457200">
              <a:buFont typeface="+mj-lt"/>
              <a:buAutoNum type="arabicPeriod"/>
            </a:pPr>
            <a:r>
              <a:rPr lang="en-US" sz="1800" dirty="0"/>
              <a:t>Most Repaired Phone Brands Report.</a:t>
            </a:r>
          </a:p>
          <a:p>
            <a:pPr marL="457200" indent="-457200">
              <a:buFont typeface="+mj-lt"/>
              <a:buAutoNum type="arabicPeriod"/>
            </a:pPr>
            <a:r>
              <a:rPr lang="en-US" sz="1800" dirty="0"/>
              <a:t>Technician Performance Report.</a:t>
            </a:r>
          </a:p>
          <a:p>
            <a:endParaRPr lang="en-US" dirty="0"/>
          </a:p>
        </p:txBody>
      </p:sp>
    </p:spTree>
    <p:extLst>
      <p:ext uri="{BB962C8B-B14F-4D97-AF65-F5344CB8AC3E}">
        <p14:creationId xmlns:p14="http://schemas.microsoft.com/office/powerpoint/2010/main" val="393160662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344904"/>
            <a:ext cx="9905999" cy="6208295"/>
          </a:xfrm>
        </p:spPr>
        <p:txBody>
          <a:bodyPr>
            <a:normAutofit/>
          </a:bodyPr>
          <a:lstStyle/>
          <a:p>
            <a:r>
              <a:rPr lang="en-US" b="1" dirty="0"/>
              <a:t>Future </a:t>
            </a:r>
            <a:r>
              <a:rPr lang="en-US" b="1" dirty="0" smtClean="0"/>
              <a:t>Improvements</a:t>
            </a:r>
          </a:p>
          <a:p>
            <a:pPr marL="457200" indent="-457200">
              <a:buFont typeface="+mj-lt"/>
              <a:buAutoNum type="arabicPeriod"/>
            </a:pPr>
            <a:r>
              <a:rPr lang="en-US" sz="2000" dirty="0" smtClean="0"/>
              <a:t>Develop </a:t>
            </a:r>
            <a:r>
              <a:rPr lang="en-US" sz="2000" dirty="0"/>
              <a:t>a mobile application for customers</a:t>
            </a:r>
            <a:r>
              <a:rPr lang="en-US" sz="2000" dirty="0" smtClean="0"/>
              <a:t>.</a:t>
            </a:r>
          </a:p>
          <a:p>
            <a:pPr marL="457200" indent="-457200">
              <a:buFont typeface="+mj-lt"/>
              <a:buAutoNum type="arabicPeriod"/>
            </a:pPr>
            <a:r>
              <a:rPr lang="en-US" sz="2000" dirty="0" smtClean="0"/>
              <a:t>Send </a:t>
            </a:r>
            <a:r>
              <a:rPr lang="en-US" sz="2000" dirty="0"/>
              <a:t>SMS or email notifications about repair status</a:t>
            </a:r>
            <a:r>
              <a:rPr lang="en-US" sz="2000" dirty="0" smtClean="0"/>
              <a:t>.</a:t>
            </a:r>
          </a:p>
          <a:p>
            <a:pPr marL="457200" indent="-457200">
              <a:buFont typeface="+mj-lt"/>
              <a:buAutoNum type="arabicPeriod"/>
            </a:pPr>
            <a:r>
              <a:rPr lang="en-US" sz="2000" dirty="0" smtClean="0"/>
              <a:t>Integrate </a:t>
            </a:r>
            <a:r>
              <a:rPr lang="en-US" sz="2000" dirty="0"/>
              <a:t>online payment services</a:t>
            </a:r>
            <a:r>
              <a:rPr lang="en-US" sz="2000" dirty="0" smtClean="0"/>
              <a:t>.</a:t>
            </a:r>
          </a:p>
          <a:p>
            <a:pPr marL="457200" indent="-457200">
              <a:buFont typeface="+mj-lt"/>
              <a:buAutoNum type="arabicPeriod"/>
            </a:pPr>
            <a:r>
              <a:rPr lang="en-US" sz="2000" dirty="0" smtClean="0"/>
              <a:t>Enhance </a:t>
            </a:r>
            <a:r>
              <a:rPr lang="en-US" sz="2000" dirty="0"/>
              <a:t>analytics with Power BI dashboards</a:t>
            </a:r>
            <a:r>
              <a:rPr lang="en-US" sz="2000" dirty="0" smtClean="0"/>
              <a:t>.</a:t>
            </a:r>
          </a:p>
          <a:p>
            <a:pPr marL="457200" indent="-457200">
              <a:buFont typeface="+mj-lt"/>
              <a:buAutoNum type="arabicPeriod"/>
            </a:pPr>
            <a:r>
              <a:rPr lang="en-US" sz="2000" dirty="0" smtClean="0"/>
              <a:t>Add </a:t>
            </a:r>
            <a:r>
              <a:rPr lang="en-US" sz="2000" dirty="0"/>
              <a:t>AI-based repair prediction features</a:t>
            </a:r>
            <a:r>
              <a:rPr lang="en-US" sz="2000" dirty="0" smtClean="0"/>
              <a:t>.</a:t>
            </a:r>
          </a:p>
          <a:p>
            <a:r>
              <a:rPr lang="en-US" b="1" dirty="0" smtClean="0"/>
              <a:t>Conclusion</a:t>
            </a:r>
          </a:p>
          <a:p>
            <a:pPr marL="0" indent="0">
              <a:buNone/>
            </a:pPr>
            <a:r>
              <a:rPr lang="en-US" sz="2000" dirty="0" smtClean="0"/>
              <a:t>The </a:t>
            </a:r>
            <a:r>
              <a:rPr lang="en-US" sz="2000" dirty="0"/>
              <a:t>Mobile Phone Repair Management System provides an efficient and secure solution for managing repair requests, customer information, technicians, spare parts, and payments. It improves operational efficiency, ensures data accuracy, and supports better decision-making using Oracle Database technologies.</a:t>
            </a:r>
          </a:p>
        </p:txBody>
      </p:sp>
    </p:spTree>
    <p:extLst>
      <p:ext uri="{BB962C8B-B14F-4D97-AF65-F5344CB8AC3E}">
        <p14:creationId xmlns:p14="http://schemas.microsoft.com/office/powerpoint/2010/main" val="193247147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300</TotalTime>
  <Words>661</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Courier New</vt:lpstr>
      <vt:lpstr>Trebuchet MS</vt:lpstr>
      <vt:lpstr>Tw Cen MT</vt:lpstr>
      <vt:lpstr>Wingdings</vt:lpstr>
      <vt:lpstr>Circuit</vt:lpstr>
      <vt:lpstr>PROJECT TITLE :</vt:lpstr>
      <vt:lpstr>Problem Definition</vt:lpstr>
      <vt:lpstr>Target Users </vt:lpstr>
      <vt:lpstr>Business process model (bpmn)</vt:lpstr>
      <vt:lpstr>Business process explanation</vt:lpstr>
      <vt:lpstr>PowerPoint Presentation</vt:lpstr>
      <vt:lpstr>Database tables &amp; relationships </vt:lpstr>
      <vt:lpstr>pl\sql implementation </vt:lpstr>
      <vt:lpstr>Advanced Database Programming &amp; Innovation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user</dc:creator>
  <cp:lastModifiedBy>user</cp:lastModifiedBy>
  <cp:revision>21</cp:revision>
  <dcterms:created xsi:type="dcterms:W3CDTF">2026-07-10T16:27:53Z</dcterms:created>
  <dcterms:modified xsi:type="dcterms:W3CDTF">2026-07-14T21:19:07Z</dcterms:modified>
</cp:coreProperties>
</file>